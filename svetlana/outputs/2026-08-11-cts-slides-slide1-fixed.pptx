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  <p:sldMasterId id="2147483672" r:id="rId2"/>
  </p:sldMasterIdLst>
  <p:notesMasterIdLst>
    <p:notesMasterId r:id="rId6"/>
  </p:notesMasterIdLst>
  <p:sldIdLst>
    <p:sldId id="257" r:id="rId3"/>
    <p:sldId id="302" r:id="rId4"/>
    <p:sldId id="268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D6ED5-2F95-440B-A151-A825FF296D12}" v="1" dt="2026-08-11T08:41:08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">
      <pc:chgData name="Eyal Sadot" userId="9c57a40b-08c8-435b-851c-1854c25cf41d" providerId="ADAL" clId="{02003448-2CBC-42C7-80BD-DC4C07BEB2CD}" dt="2026-08-11T08:42:10.085" v="6" actId="47"/>
      <pc:docMkLst>
        <pc:docMk/>
      </pc:docMkLst>
      <pc:sldChg chg="delSp add mod">
        <pc:chgData name="Eyal Sadot" userId="9c57a40b-08c8-435b-851c-1854c25cf41d" providerId="ADAL" clId="{02003448-2CBC-42C7-80BD-DC4C07BEB2CD}" dt="2026-08-11T08:41:16.455" v="2" actId="478"/>
        <pc:sldMkLst>
          <pc:docMk/>
          <pc:sldMk cId="0" sldId="268"/>
        </pc:sldMkLst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18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2.163" v="1" actId="478"/>
          <ac:spMkLst>
            <pc:docMk/>
            <pc:sldMk cId="0" sldId="268"/>
            <ac:spMk id="20" creationId="{00000000-0000-0000-0000-000000000000}"/>
          </ac:spMkLst>
        </pc:spChg>
        <pc:spChg chg="del">
          <ac:chgData name="Eyal Sadot" userId="9c57a40b-08c8-435b-851c-1854c25cf41d" providerId="ADAL" clId="{02003448-2CBC-42C7-80BD-DC4C07BEB2CD}" dt="2026-08-11T08:41:16.455" v="2" actId="478"/>
          <ac:spMkLst>
            <pc:docMk/>
            <pc:sldMk cId="0" sldId="268"/>
            <ac:spMk id="21" creationId="{00000000-0000-0000-0000-000000000000}"/>
          </ac:spMkLst>
        </pc:sp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1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3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5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7" creationId="{00000000-0000-0000-0000-000000000000}"/>
          </ac:picMkLst>
        </pc:picChg>
        <pc:picChg chg="del">
          <ac:chgData name="Eyal Sadot" userId="9c57a40b-08c8-435b-851c-1854c25cf41d" providerId="ADAL" clId="{02003448-2CBC-42C7-80BD-DC4C07BEB2CD}" dt="2026-08-11T08:41:12.163" v="1" actId="478"/>
          <ac:picMkLst>
            <pc:docMk/>
            <pc:sldMk cId="0" sldId="268"/>
            <ac:picMk id="19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11T08:42:04.746" v="4" actId="47"/>
        <pc:sldMkLst>
          <pc:docMk/>
          <pc:sldMk cId="0" sldId="302"/>
        </pc:sldMkLst>
      </pc:sldChg>
      <pc:sldChg chg="add del">
        <pc:chgData name="Eyal Sadot" userId="9c57a40b-08c8-435b-851c-1854c25cf41d" providerId="ADAL" clId="{02003448-2CBC-42C7-80BD-DC4C07BEB2CD}" dt="2026-08-11T08:42:09.247" v="5" actId="47"/>
        <pc:sldMkLst>
          <pc:docMk/>
          <pc:sldMk cId="2402718693" sldId="304"/>
        </pc:sldMkLst>
      </pc:sldChg>
      <pc:sldChg chg="add del">
        <pc:chgData name="Eyal Sadot" userId="9c57a40b-08c8-435b-851c-1854c25cf41d" providerId="ADAL" clId="{02003448-2CBC-42C7-80BD-DC4C07BEB2CD}" dt="2026-08-11T08:42:10.085" v="6" actId="47"/>
        <pc:sldMkLst>
          <pc:docMk/>
          <pc:sldMk cId="2746151325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80503B4-B2F5-4EB1-A2AA-176340F67E3E}" type="datetimeFigureOut">
              <a:rPr lang="he-IL" smtClean="0"/>
              <a:t>כ"ח/אב/תשפ"ו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630AF2F-4482-4E15-A1A3-4B3D24A54B6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542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764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86375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131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543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365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434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223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100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674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386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2183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9658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5628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5266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0011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9246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6680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6658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64199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8547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006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63962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4425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490713" y="1966719"/>
            <a:ext cx="5251200" cy="292456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>
              <a:buClr>
                <a:schemeClr val="lt1"/>
              </a:buClr>
              <a:buFont typeface="Arial"/>
              <a:buChar char="●"/>
            </a:pPr>
            <a:r>
              <a:rPr lang="en" sz="1200" b="1" i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CTS affects millions worldwide (10% of adults may experience CTS).</a:t>
            </a:r>
            <a:endParaRPr sz="1200" b="1" i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lt1"/>
              </a:buClr>
              <a:buFont typeface="Arial"/>
              <a:buChar char="●"/>
            </a:pPr>
            <a:r>
              <a:rPr lang="en" sz="1200" b="1" i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Traditional splints often fail to provide the desired effect.</a:t>
            </a:r>
            <a:endParaRPr sz="1200" b="1" i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lt1"/>
              </a:buClr>
              <a:buFont typeface="Arial"/>
              <a:buChar char="●"/>
            </a:pPr>
            <a:r>
              <a:rPr lang="en" sz="1200" b="1" i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Patients seek non-invasive, comfortable solutions. </a:t>
            </a:r>
            <a:endParaRPr sz="1200" b="1" i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lt1"/>
              </a:buClr>
              <a:buFont typeface="Arial"/>
              <a:buChar char="●"/>
            </a:pPr>
            <a:r>
              <a:rPr lang="en" sz="1200" b="1" i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Orthopedic shops need innovative products to expand their portfolio.</a:t>
            </a:r>
            <a:endParaRPr sz="1200" b="1" i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4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2;p17" descr="Hand">
            <a:extLst>
              <a:ext uri="{FF2B5EF4-FFF2-40B4-BE49-F238E27FC236}">
                <a16:creationId xmlns:a16="http://schemas.microsoft.com/office/drawing/2014/main" id="{70DC63C0-9A45-A76D-29E4-A85964B5793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">
            <a:off x="5934635" y="2580370"/>
            <a:ext cx="1786856" cy="348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3;p17">
            <a:extLst>
              <a:ext uri="{FF2B5EF4-FFF2-40B4-BE49-F238E27FC236}">
                <a16:creationId xmlns:a16="http://schemas.microsoft.com/office/drawing/2014/main" id="{70CB9D48-0CEF-17C6-19BA-134B7EDA4C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3508" t="23415" r="45890" b="29640"/>
          <a:stretch/>
        </p:blipFill>
        <p:spPr>
          <a:xfrm rot="10800000">
            <a:off x="6541200" y="3901933"/>
            <a:ext cx="827252" cy="1262936"/>
          </a:xfrm>
          <a:custGeom>
            <a:avLst/>
            <a:gdLst/>
            <a:ahLst/>
            <a:cxnLst/>
            <a:rect l="l" t="t" r="r" b="b"/>
            <a:pathLst>
              <a:path w="3148013" h="3219450" extrusionOk="0">
                <a:moveTo>
                  <a:pt x="1381125" y="0"/>
                </a:moveTo>
                <a:lnTo>
                  <a:pt x="1585913" y="100013"/>
                </a:lnTo>
                <a:lnTo>
                  <a:pt x="1581150" y="157163"/>
                </a:lnTo>
                <a:lnTo>
                  <a:pt x="1585913" y="323850"/>
                </a:lnTo>
                <a:lnTo>
                  <a:pt x="1609725" y="461963"/>
                </a:lnTo>
                <a:lnTo>
                  <a:pt x="1666875" y="581025"/>
                </a:lnTo>
                <a:lnTo>
                  <a:pt x="1924050" y="1076325"/>
                </a:lnTo>
                <a:lnTo>
                  <a:pt x="2190750" y="1366838"/>
                </a:lnTo>
                <a:lnTo>
                  <a:pt x="2428875" y="1690688"/>
                </a:lnTo>
                <a:lnTo>
                  <a:pt x="2609850" y="2085975"/>
                </a:lnTo>
                <a:lnTo>
                  <a:pt x="2828925" y="2519363"/>
                </a:lnTo>
                <a:lnTo>
                  <a:pt x="2957513" y="2771775"/>
                </a:lnTo>
                <a:lnTo>
                  <a:pt x="3090863" y="2795588"/>
                </a:lnTo>
                <a:lnTo>
                  <a:pt x="3148013" y="2928938"/>
                </a:lnTo>
                <a:lnTo>
                  <a:pt x="3148013" y="3043238"/>
                </a:lnTo>
                <a:lnTo>
                  <a:pt x="3148013" y="3109913"/>
                </a:lnTo>
                <a:lnTo>
                  <a:pt x="3009900" y="3152775"/>
                </a:lnTo>
                <a:lnTo>
                  <a:pt x="2876550" y="3181350"/>
                </a:lnTo>
                <a:lnTo>
                  <a:pt x="2781300" y="3176588"/>
                </a:lnTo>
                <a:lnTo>
                  <a:pt x="2714625" y="3176588"/>
                </a:lnTo>
                <a:lnTo>
                  <a:pt x="2667000" y="3181350"/>
                </a:lnTo>
                <a:lnTo>
                  <a:pt x="2633663" y="3214688"/>
                </a:lnTo>
                <a:lnTo>
                  <a:pt x="2595563" y="3219450"/>
                </a:lnTo>
                <a:lnTo>
                  <a:pt x="2400300" y="3181350"/>
                </a:lnTo>
                <a:lnTo>
                  <a:pt x="2333625" y="3167063"/>
                </a:lnTo>
                <a:lnTo>
                  <a:pt x="2243138" y="3181350"/>
                </a:lnTo>
                <a:lnTo>
                  <a:pt x="2133600" y="3138488"/>
                </a:lnTo>
                <a:lnTo>
                  <a:pt x="2090738" y="3114675"/>
                </a:lnTo>
                <a:lnTo>
                  <a:pt x="1933575" y="3100388"/>
                </a:lnTo>
                <a:lnTo>
                  <a:pt x="1790700" y="3062288"/>
                </a:lnTo>
                <a:lnTo>
                  <a:pt x="1666875" y="3071813"/>
                </a:lnTo>
                <a:cubicBezTo>
                  <a:pt x="1588781" y="3077391"/>
                  <a:pt x="1618739" y="3088935"/>
                  <a:pt x="1571625" y="3057525"/>
                </a:cubicBezTo>
                <a:lnTo>
                  <a:pt x="1562100" y="3052763"/>
                </a:lnTo>
                <a:cubicBezTo>
                  <a:pt x="1465530" y="3047082"/>
                  <a:pt x="1505842" y="3058979"/>
                  <a:pt x="1438275" y="3028950"/>
                </a:cubicBezTo>
                <a:lnTo>
                  <a:pt x="1409700" y="3014663"/>
                </a:lnTo>
                <a:lnTo>
                  <a:pt x="1271588" y="3028950"/>
                </a:lnTo>
                <a:lnTo>
                  <a:pt x="1123950" y="2995613"/>
                </a:lnTo>
                <a:lnTo>
                  <a:pt x="1057275" y="2981325"/>
                </a:lnTo>
                <a:lnTo>
                  <a:pt x="971550" y="2914650"/>
                </a:lnTo>
                <a:lnTo>
                  <a:pt x="914400" y="2852738"/>
                </a:lnTo>
                <a:lnTo>
                  <a:pt x="823913" y="2824163"/>
                </a:lnTo>
                <a:cubicBezTo>
                  <a:pt x="741217" y="2756061"/>
                  <a:pt x="767669" y="2782212"/>
                  <a:pt x="738188" y="2752725"/>
                </a:cubicBezTo>
                <a:lnTo>
                  <a:pt x="628650" y="2743200"/>
                </a:lnTo>
                <a:lnTo>
                  <a:pt x="581025" y="2700338"/>
                </a:lnTo>
                <a:lnTo>
                  <a:pt x="500063" y="2628900"/>
                </a:lnTo>
                <a:cubicBezTo>
                  <a:pt x="419009" y="2578241"/>
                  <a:pt x="448786" y="2597889"/>
                  <a:pt x="409575" y="2571750"/>
                </a:cubicBezTo>
                <a:lnTo>
                  <a:pt x="409575" y="2566988"/>
                </a:lnTo>
                <a:lnTo>
                  <a:pt x="309563" y="2566988"/>
                </a:lnTo>
                <a:lnTo>
                  <a:pt x="257175" y="2566988"/>
                </a:lnTo>
                <a:lnTo>
                  <a:pt x="171450" y="2538413"/>
                </a:lnTo>
                <a:lnTo>
                  <a:pt x="133350" y="2514600"/>
                </a:lnTo>
                <a:lnTo>
                  <a:pt x="38100" y="2433638"/>
                </a:lnTo>
                <a:lnTo>
                  <a:pt x="0" y="2290763"/>
                </a:lnTo>
                <a:lnTo>
                  <a:pt x="47625" y="2219325"/>
                </a:lnTo>
                <a:lnTo>
                  <a:pt x="147638" y="2014538"/>
                </a:lnTo>
                <a:lnTo>
                  <a:pt x="185738" y="1976438"/>
                </a:lnTo>
                <a:lnTo>
                  <a:pt x="204788" y="1928813"/>
                </a:lnTo>
                <a:lnTo>
                  <a:pt x="323850" y="1752600"/>
                </a:lnTo>
                <a:cubicBezTo>
                  <a:pt x="336550" y="1744663"/>
                  <a:pt x="350517" y="1738462"/>
                  <a:pt x="361950" y="1728788"/>
                </a:cubicBezTo>
                <a:cubicBezTo>
                  <a:pt x="371415" y="1720779"/>
                  <a:pt x="385763" y="1700213"/>
                  <a:pt x="385763" y="1700213"/>
                </a:cubicBezTo>
                <a:lnTo>
                  <a:pt x="428625" y="1628775"/>
                </a:lnTo>
                <a:cubicBezTo>
                  <a:pt x="442913" y="1606550"/>
                  <a:pt x="458379" y="1585040"/>
                  <a:pt x="471488" y="1562100"/>
                </a:cubicBezTo>
                <a:cubicBezTo>
                  <a:pt x="477486" y="1551603"/>
                  <a:pt x="485775" y="1528763"/>
                  <a:pt x="485775" y="1528763"/>
                </a:cubicBezTo>
                <a:lnTo>
                  <a:pt x="514350" y="1404938"/>
                </a:lnTo>
                <a:lnTo>
                  <a:pt x="557213" y="1257300"/>
                </a:lnTo>
                <a:lnTo>
                  <a:pt x="581025" y="1214438"/>
                </a:lnTo>
                <a:lnTo>
                  <a:pt x="676275" y="1109663"/>
                </a:lnTo>
                <a:lnTo>
                  <a:pt x="714375" y="1076325"/>
                </a:lnTo>
                <a:lnTo>
                  <a:pt x="952500" y="595313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5" name="Google Shape;94;p17">
            <a:extLst>
              <a:ext uri="{FF2B5EF4-FFF2-40B4-BE49-F238E27FC236}">
                <a16:creationId xmlns:a16="http://schemas.microsoft.com/office/drawing/2014/main" id="{85709009-0943-523C-2FE5-4D635F7C7B34}"/>
              </a:ext>
            </a:extLst>
          </p:cNvPr>
          <p:cNvGrpSpPr/>
          <p:nvPr/>
        </p:nvGrpSpPr>
        <p:grpSpPr>
          <a:xfrm rot="16810369">
            <a:off x="6842895" y="676272"/>
            <a:ext cx="4735753" cy="4369636"/>
            <a:chOff x="5807844" y="640284"/>
            <a:chExt cx="7008367" cy="6552899"/>
          </a:xfrm>
        </p:grpSpPr>
        <p:pic>
          <p:nvPicPr>
            <p:cNvPr id="12" name="Google Shape;95;p17" descr="Closed hand">
              <a:extLst>
                <a:ext uri="{FF2B5EF4-FFF2-40B4-BE49-F238E27FC236}">
                  <a16:creationId xmlns:a16="http://schemas.microsoft.com/office/drawing/2014/main" id="{4A101C33-8960-E418-B151-B59BA88F1A3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3290092">
              <a:off x="7350333" y="1012284"/>
              <a:ext cx="3923388" cy="5808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96;p17">
              <a:extLst>
                <a:ext uri="{FF2B5EF4-FFF2-40B4-BE49-F238E27FC236}">
                  <a16:creationId xmlns:a16="http://schemas.microsoft.com/office/drawing/2014/main" id="{631D7D80-6C6F-3D88-190D-B5DE541CB44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3508" t="23415" r="45890" b="29640"/>
            <a:stretch/>
          </p:blipFill>
          <p:spPr>
            <a:xfrm rot="-7971546">
              <a:off x="8062999" y="2547015"/>
              <a:ext cx="2383464" cy="2061768"/>
            </a:xfrm>
            <a:custGeom>
              <a:avLst/>
              <a:gdLst/>
              <a:ahLst/>
              <a:cxnLst/>
              <a:rect l="l" t="t" r="r" b="b"/>
              <a:pathLst>
                <a:path w="3148013" h="3219450" extrusionOk="0">
                  <a:moveTo>
                    <a:pt x="1381125" y="0"/>
                  </a:moveTo>
                  <a:lnTo>
                    <a:pt x="1585913" y="100013"/>
                  </a:lnTo>
                  <a:lnTo>
                    <a:pt x="1581150" y="157163"/>
                  </a:lnTo>
                  <a:lnTo>
                    <a:pt x="1585913" y="323850"/>
                  </a:lnTo>
                  <a:lnTo>
                    <a:pt x="1609725" y="461963"/>
                  </a:lnTo>
                  <a:lnTo>
                    <a:pt x="1666875" y="581025"/>
                  </a:lnTo>
                  <a:lnTo>
                    <a:pt x="1924050" y="1076325"/>
                  </a:lnTo>
                  <a:lnTo>
                    <a:pt x="2190750" y="1366838"/>
                  </a:lnTo>
                  <a:lnTo>
                    <a:pt x="2428875" y="1690688"/>
                  </a:lnTo>
                  <a:lnTo>
                    <a:pt x="2609850" y="2085975"/>
                  </a:lnTo>
                  <a:lnTo>
                    <a:pt x="2828925" y="2519363"/>
                  </a:lnTo>
                  <a:lnTo>
                    <a:pt x="2957513" y="2771775"/>
                  </a:lnTo>
                  <a:lnTo>
                    <a:pt x="3090863" y="2795588"/>
                  </a:lnTo>
                  <a:lnTo>
                    <a:pt x="3148013" y="2928938"/>
                  </a:lnTo>
                  <a:lnTo>
                    <a:pt x="3148013" y="3043238"/>
                  </a:lnTo>
                  <a:lnTo>
                    <a:pt x="3148013" y="3109913"/>
                  </a:lnTo>
                  <a:lnTo>
                    <a:pt x="3009900" y="3152775"/>
                  </a:lnTo>
                  <a:lnTo>
                    <a:pt x="2876550" y="3181350"/>
                  </a:lnTo>
                  <a:lnTo>
                    <a:pt x="2781300" y="3176588"/>
                  </a:lnTo>
                  <a:lnTo>
                    <a:pt x="2714625" y="3176588"/>
                  </a:lnTo>
                  <a:lnTo>
                    <a:pt x="2667000" y="3181350"/>
                  </a:lnTo>
                  <a:lnTo>
                    <a:pt x="2633663" y="3214688"/>
                  </a:lnTo>
                  <a:lnTo>
                    <a:pt x="2595563" y="3219450"/>
                  </a:lnTo>
                  <a:lnTo>
                    <a:pt x="2400300" y="3181350"/>
                  </a:lnTo>
                  <a:lnTo>
                    <a:pt x="2333625" y="3167063"/>
                  </a:lnTo>
                  <a:lnTo>
                    <a:pt x="2243138" y="3181350"/>
                  </a:lnTo>
                  <a:lnTo>
                    <a:pt x="2133600" y="3138488"/>
                  </a:lnTo>
                  <a:lnTo>
                    <a:pt x="2090738" y="3114675"/>
                  </a:lnTo>
                  <a:lnTo>
                    <a:pt x="1933575" y="3100388"/>
                  </a:lnTo>
                  <a:lnTo>
                    <a:pt x="1790700" y="3062288"/>
                  </a:lnTo>
                  <a:lnTo>
                    <a:pt x="1666875" y="3071813"/>
                  </a:lnTo>
                  <a:cubicBezTo>
                    <a:pt x="1588781" y="3077391"/>
                    <a:pt x="1618739" y="3088935"/>
                    <a:pt x="1571625" y="3057525"/>
                  </a:cubicBezTo>
                  <a:lnTo>
                    <a:pt x="1562100" y="3052763"/>
                  </a:lnTo>
                  <a:cubicBezTo>
                    <a:pt x="1465530" y="3047082"/>
                    <a:pt x="1505842" y="3058979"/>
                    <a:pt x="1438275" y="3028950"/>
                  </a:cubicBezTo>
                  <a:lnTo>
                    <a:pt x="1409700" y="3014663"/>
                  </a:lnTo>
                  <a:lnTo>
                    <a:pt x="1271588" y="3028950"/>
                  </a:lnTo>
                  <a:lnTo>
                    <a:pt x="1123950" y="2995613"/>
                  </a:lnTo>
                  <a:lnTo>
                    <a:pt x="1057275" y="2981325"/>
                  </a:lnTo>
                  <a:lnTo>
                    <a:pt x="971550" y="2914650"/>
                  </a:lnTo>
                  <a:lnTo>
                    <a:pt x="914400" y="2852738"/>
                  </a:lnTo>
                  <a:lnTo>
                    <a:pt x="823913" y="2824163"/>
                  </a:lnTo>
                  <a:cubicBezTo>
                    <a:pt x="741217" y="2756061"/>
                    <a:pt x="767669" y="2782212"/>
                    <a:pt x="738188" y="2752725"/>
                  </a:cubicBezTo>
                  <a:lnTo>
                    <a:pt x="628650" y="2743200"/>
                  </a:lnTo>
                  <a:lnTo>
                    <a:pt x="581025" y="2700338"/>
                  </a:lnTo>
                  <a:lnTo>
                    <a:pt x="500063" y="2628900"/>
                  </a:lnTo>
                  <a:cubicBezTo>
                    <a:pt x="419009" y="2578241"/>
                    <a:pt x="448786" y="2597889"/>
                    <a:pt x="409575" y="2571750"/>
                  </a:cubicBezTo>
                  <a:lnTo>
                    <a:pt x="409575" y="2566988"/>
                  </a:lnTo>
                  <a:lnTo>
                    <a:pt x="309563" y="2566988"/>
                  </a:lnTo>
                  <a:lnTo>
                    <a:pt x="257175" y="2566988"/>
                  </a:lnTo>
                  <a:lnTo>
                    <a:pt x="171450" y="2538413"/>
                  </a:lnTo>
                  <a:lnTo>
                    <a:pt x="133350" y="2514600"/>
                  </a:lnTo>
                  <a:lnTo>
                    <a:pt x="38100" y="2433638"/>
                  </a:lnTo>
                  <a:lnTo>
                    <a:pt x="0" y="2290763"/>
                  </a:lnTo>
                  <a:lnTo>
                    <a:pt x="47625" y="2219325"/>
                  </a:lnTo>
                  <a:lnTo>
                    <a:pt x="147638" y="2014538"/>
                  </a:lnTo>
                  <a:lnTo>
                    <a:pt x="185738" y="1976438"/>
                  </a:lnTo>
                  <a:lnTo>
                    <a:pt x="204788" y="1928813"/>
                  </a:lnTo>
                  <a:lnTo>
                    <a:pt x="323850" y="1752600"/>
                  </a:lnTo>
                  <a:cubicBezTo>
                    <a:pt x="336550" y="1744663"/>
                    <a:pt x="350517" y="1738462"/>
                    <a:pt x="361950" y="1728788"/>
                  </a:cubicBezTo>
                  <a:cubicBezTo>
                    <a:pt x="371415" y="1720779"/>
                    <a:pt x="385763" y="1700213"/>
                    <a:pt x="385763" y="1700213"/>
                  </a:cubicBezTo>
                  <a:lnTo>
                    <a:pt x="428625" y="1628775"/>
                  </a:lnTo>
                  <a:cubicBezTo>
                    <a:pt x="442913" y="1606550"/>
                    <a:pt x="458379" y="1585040"/>
                    <a:pt x="471488" y="1562100"/>
                  </a:cubicBezTo>
                  <a:cubicBezTo>
                    <a:pt x="477486" y="1551603"/>
                    <a:pt x="485775" y="1528763"/>
                    <a:pt x="485775" y="1528763"/>
                  </a:cubicBezTo>
                  <a:lnTo>
                    <a:pt x="514350" y="1404938"/>
                  </a:lnTo>
                  <a:lnTo>
                    <a:pt x="557213" y="1257300"/>
                  </a:lnTo>
                  <a:lnTo>
                    <a:pt x="581025" y="1214438"/>
                  </a:lnTo>
                  <a:lnTo>
                    <a:pt x="676275" y="1109663"/>
                  </a:lnTo>
                  <a:lnTo>
                    <a:pt x="714375" y="1076325"/>
                  </a:lnTo>
                  <a:lnTo>
                    <a:pt x="952500" y="595313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6" name="Google Shape;98;p17">
            <a:extLst>
              <a:ext uri="{FF2B5EF4-FFF2-40B4-BE49-F238E27FC236}">
                <a16:creationId xmlns:a16="http://schemas.microsoft.com/office/drawing/2014/main" id="{C71746E6-1E1D-909C-5277-A7AA19204A01}"/>
              </a:ext>
            </a:extLst>
          </p:cNvPr>
          <p:cNvSpPr txBox="1"/>
          <p:nvPr/>
        </p:nvSpPr>
        <p:spPr>
          <a:xfrm>
            <a:off x="10054274" y="2580369"/>
            <a:ext cx="1911891" cy="8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Reduce tendon bulk  in tunnel</a:t>
            </a:r>
            <a:endParaRPr sz="2000" i="1" kern="0" dirty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7" name="Google Shape;99;p17">
            <a:extLst>
              <a:ext uri="{FF2B5EF4-FFF2-40B4-BE49-F238E27FC236}">
                <a16:creationId xmlns:a16="http://schemas.microsoft.com/office/drawing/2014/main" id="{57355234-AF5A-3AE3-BC16-DD6DB0C9341A}"/>
              </a:ext>
            </a:extLst>
          </p:cNvPr>
          <p:cNvSpPr txBox="1"/>
          <p:nvPr/>
        </p:nvSpPr>
        <p:spPr>
          <a:xfrm>
            <a:off x="9658177" y="4867376"/>
            <a:ext cx="2090042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Optimize space </a:t>
            </a:r>
            <a:b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</a:b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in tunnel</a:t>
            </a:r>
            <a:endParaRPr sz="2000" i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00;p17">
            <a:extLst>
              <a:ext uri="{FF2B5EF4-FFF2-40B4-BE49-F238E27FC236}">
                <a16:creationId xmlns:a16="http://schemas.microsoft.com/office/drawing/2014/main" id="{7520F51F-005A-6776-6C52-4F361A1291B6}"/>
              </a:ext>
            </a:extLst>
          </p:cNvPr>
          <p:cNvSpPr txBox="1"/>
          <p:nvPr/>
        </p:nvSpPr>
        <p:spPr>
          <a:xfrm>
            <a:off x="7617324" y="4860446"/>
            <a:ext cx="1786942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 defTabSz="1219170" rtl="0">
              <a:buClr>
                <a:srgbClr val="000000"/>
              </a:buClr>
            </a:pPr>
            <a:r>
              <a:rPr lang="en" sz="2000" i="1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Slacken the median nerve</a:t>
            </a:r>
            <a:endParaRPr sz="2000" i="1" kern="0" dirty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cxnSp>
        <p:nvCxnSpPr>
          <p:cNvPr id="9" name="Google Shape;101;p17">
            <a:extLst>
              <a:ext uri="{FF2B5EF4-FFF2-40B4-BE49-F238E27FC236}">
                <a16:creationId xmlns:a16="http://schemas.microsoft.com/office/drawing/2014/main" id="{C7896C8C-FCBB-2BD8-2B0C-6A3C908835C1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078748" y="2776224"/>
            <a:ext cx="975526" cy="228461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102;p17">
            <a:extLst>
              <a:ext uri="{FF2B5EF4-FFF2-40B4-BE49-F238E27FC236}">
                <a16:creationId xmlns:a16="http://schemas.microsoft.com/office/drawing/2014/main" id="{7655DB2C-F0D2-BD57-9393-5FC2962CDD6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8510795" y="3291840"/>
            <a:ext cx="540349" cy="1568606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03;p17">
            <a:extLst>
              <a:ext uri="{FF2B5EF4-FFF2-40B4-BE49-F238E27FC236}">
                <a16:creationId xmlns:a16="http://schemas.microsoft.com/office/drawing/2014/main" id="{E7B9988F-823A-B88F-5EBB-3039589BB3D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9535093" y="3390215"/>
            <a:ext cx="1168105" cy="1477161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Text Panel">
            <a:extLst>
              <a:ext uri="{FF2B5EF4-FFF2-40B4-BE49-F238E27FC236}">
                <a16:creationId xmlns:a16="http://schemas.microsoft.com/office/drawing/2014/main" id="{A84E6875-3194-E216-C5DB-1031CE90FBAC}"/>
              </a:ext>
            </a:extLst>
          </p:cNvPr>
          <p:cNvSpPr/>
          <p:nvPr/>
        </p:nvSpPr>
        <p:spPr>
          <a:xfrm>
            <a:off x="372105" y="372526"/>
            <a:ext cx="4529079" cy="711914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4000" b="1" i="1" dirty="0">
                <a:solidFill>
                  <a:srgbClr val="8C6A00"/>
                </a:solidFill>
                <a:latin typeface="Arial"/>
              </a:rPr>
              <a:t>MARKET NEED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 title="MAIN-LOGO_no-w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4577" y="994489"/>
            <a:ext cx="3927832" cy="586351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5" name="Text Panel">
            <a:extLst>
              <a:ext uri="{FF2B5EF4-FFF2-40B4-BE49-F238E27FC236}">
                <a16:creationId xmlns:a16="http://schemas.microsoft.com/office/drawing/2014/main" id="{8D611C3C-521F-8DE0-8CC9-76D5297F6D93}"/>
              </a:ext>
            </a:extLst>
          </p:cNvPr>
          <p:cNvSpPr/>
          <p:nvPr/>
        </p:nvSpPr>
        <p:spPr>
          <a:xfrm>
            <a:off x="224287" y="208306"/>
            <a:ext cx="11819895" cy="1070306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0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CTS NIGHT MITTEN </a:t>
            </a:r>
            <a:br>
              <a:rPr kumimoji="0" lang="en" sz="40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" sz="18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NIGHTTIME PAIN RELIEF SUPPORT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noFill/>
          <a:ln w="25400">
            <a:solidFill>
              <a:srgbClr val="1E276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SPORT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2750636"/>
            <a:ext cx="3442428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Reach Your Athletic Peak with Comfortable Ease</a:t>
            </a:r>
          </a:p>
        </p:txBody>
      </p:sp>
      <p:sp>
        <p:nvSpPr>
          <p:cNvPr id="25" name="Checklist"/>
          <p:cNvSpPr txBox="1"/>
          <p:nvPr/>
        </p:nvSpPr>
        <p:spPr>
          <a:xfrm>
            <a:off x="7928016" y="3490636"/>
            <a:ext cx="3442428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TRIPLE-LAYERED 3D CUTTING TECHNOLOGY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INJECTED SILICONE PROVIDES TARGETED SUPPORT FOR JOINTS AND MUSCLES WHILE REDUCING VIBRATION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SPORT-READY LIGHTWEIGHT BREATHABILITY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UPF 50+ PROTECTED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134</Words>
  <Application>Microsoft Office PowerPoint</Application>
  <PresentationFormat>מסך רחב</PresentationFormat>
  <Paragraphs>20</Paragraphs>
  <Slides>3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</vt:i4>
      </vt:variant>
    </vt:vector>
  </HeadingPairs>
  <TitlesOfParts>
    <vt:vector size="11" baseType="lpstr">
      <vt:lpstr>Aptos</vt:lpstr>
      <vt:lpstr>Arial</vt:lpstr>
      <vt:lpstr>Assistant</vt:lpstr>
      <vt:lpstr>Assistant SemiBold</vt:lpstr>
      <vt:lpstr>Calibri</vt:lpstr>
      <vt:lpstr>Calibri Light</vt:lpstr>
      <vt:lpstr>Simple Light</vt:lpstr>
      <vt:lpstr>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3</cp:revision>
  <dcterms:created xsi:type="dcterms:W3CDTF">2026-08-11T07:43:36Z</dcterms:created>
  <dcterms:modified xsi:type="dcterms:W3CDTF">2026-08-11T08:42:11Z</dcterms:modified>
</cp:coreProperties>
</file>