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38"/>
  </p:notesMasterIdLst>
  <p:sldIdLst>
    <p:sldId id="295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9B6D4F-B1D7-4619-80C9-AC8A15C04D39}" v="22" dt="2026-08-09T15:24:58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40" Type="http://schemas.openxmlformats.org/officeDocument/2006/relationships/viewProps" Target="viewProps.xml"/><Relationship Id="rId44" Type="http://schemas.microsoft.com/office/2015/10/relationships/revisionInfo" Target="revisionInfo.xml"/><Relationship Id="rId43" Type="http://schemas.microsoft.com/office/2016/11/relationships/changesInfo" Target="changesInfos/changesInfo1.xml"/>  <Relationship Id="rId45" Type="http://schemas.openxmlformats.org/officeDocument/2006/relationships/slide" Target="slides/slide36.xml"/>
  
  
  
  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delSld modSld sldOrd">
      <pc:chgData name="Eyal Sadot" userId="9c57a40b-08c8-435b-851c-1854c25cf41d" providerId="ADAL" clId="{02003448-2CBC-42C7-80BD-DC4C07BEB2CD}" dt="2026-08-09T15:25:47.452" v="40" actId="47"/>
      <pc:docMkLst>
        <pc:docMk/>
      </pc:docMkLst>
      <pc:sldChg chg="ord">
        <pc:chgData name="Eyal Sadot" userId="9c57a40b-08c8-435b-851c-1854c25cf41d" providerId="ADAL" clId="{02003448-2CBC-42C7-80BD-DC4C07BEB2CD}" dt="2026-08-09T08:48:40.153" v="7"/>
        <pc:sldMkLst>
          <pc:docMk/>
          <pc:sldMk cId="0" sldId="259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60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61"/>
        </pc:sldMkLst>
      </pc:sldChg>
      <pc:sldChg chg="add ord">
        <pc:chgData name="Eyal Sadot" userId="9c57a40b-08c8-435b-851c-1854c25cf41d" providerId="ADAL" clId="{02003448-2CBC-42C7-80BD-DC4C07BEB2CD}" dt="2026-08-09T08:48:44.461" v="8"/>
        <pc:sldMkLst>
          <pc:docMk/>
          <pc:sldMk cId="0" sldId="262"/>
        </pc:sldMkLst>
      </pc:sldChg>
      <pc:sldChg chg="modSp add ord">
        <pc:chgData name="Eyal Sadot" userId="9c57a40b-08c8-435b-851c-1854c25cf41d" providerId="ADAL" clId="{02003448-2CBC-42C7-80BD-DC4C07BEB2CD}" dt="2026-08-09T08:40:26.622" v="6"/>
        <pc:sldMkLst>
          <pc:docMk/>
          <pc:sldMk cId="0" sldId="263"/>
        </pc:sldMkLst>
        <pc:spChg chg="mod">
          <ac:chgData name="Eyal Sadot" userId="9c57a40b-08c8-435b-851c-1854c25cf41d" providerId="ADAL" clId="{02003448-2CBC-42C7-80BD-DC4C07BEB2CD}" dt="2026-08-09T08:37:26.117" v="2" actId="20578"/>
          <ac:spMkLst>
            <pc:docMk/>
            <pc:sldMk cId="0" sldId="263"/>
            <ac:spMk id="3" creationId="{00000000-0000-0000-0000-000000000000}"/>
          </ac:spMkLst>
        </pc:spChg>
      </pc:sldChg>
      <pc:sldChg chg="add ord">
        <pc:chgData name="Eyal Sadot" userId="9c57a40b-08c8-435b-851c-1854c25cf41d" providerId="ADAL" clId="{02003448-2CBC-42C7-80BD-DC4C07BEB2CD}" dt="2026-08-09T15:05:23.612" v="14"/>
        <pc:sldMkLst>
          <pc:docMk/>
          <pc:sldMk cId="0" sldId="264"/>
        </pc:sldMkLst>
      </pc:sldChg>
      <pc:sldChg chg="add ord">
        <pc:chgData name="Eyal Sadot" userId="9c57a40b-08c8-435b-851c-1854c25cf41d" providerId="ADAL" clId="{02003448-2CBC-42C7-80BD-DC4C07BEB2CD}" dt="2026-08-09T15:05:30.730" v="18"/>
        <pc:sldMkLst>
          <pc:docMk/>
          <pc:sldMk cId="0" sldId="265"/>
        </pc:sldMkLst>
      </pc:sldChg>
      <pc:sldChg chg="add ord">
        <pc:chgData name="Eyal Sadot" userId="9c57a40b-08c8-435b-851c-1854c25cf41d" providerId="ADAL" clId="{02003448-2CBC-42C7-80BD-DC4C07BEB2CD}" dt="2026-08-09T15:05:14.490" v="12"/>
        <pc:sldMkLst>
          <pc:docMk/>
          <pc:sldMk cId="0" sldId="266"/>
        </pc:sldMkLst>
      </pc:sldChg>
      <pc:sldChg chg="add ord">
        <pc:chgData name="Eyal Sadot" userId="9c57a40b-08c8-435b-851c-1854c25cf41d" providerId="ADAL" clId="{02003448-2CBC-42C7-80BD-DC4C07BEB2CD}" dt="2026-08-09T15:06:09.387" v="22"/>
        <pc:sldMkLst>
          <pc:docMk/>
          <pc:sldMk cId="0" sldId="267"/>
        </pc:sldMkLst>
      </pc:sldChg>
      <pc:sldChg chg="add ord">
        <pc:chgData name="Eyal Sadot" userId="9c57a40b-08c8-435b-851c-1854c25cf41d" providerId="ADAL" clId="{02003448-2CBC-42C7-80BD-DC4C07BEB2CD}" dt="2026-08-09T15:05:34.117" v="20"/>
        <pc:sldMkLst>
          <pc:docMk/>
          <pc:sldMk cId="0" sldId="268"/>
        </pc:sldMkLst>
      </pc:sldChg>
      <pc:sldChg chg="add">
        <pc:chgData name="Eyal Sadot" userId="9c57a40b-08c8-435b-851c-1854c25cf41d" providerId="ADAL" clId="{02003448-2CBC-42C7-80BD-DC4C07BEB2CD}" dt="2026-08-09T15:05:00.075" v="10"/>
        <pc:sldMkLst>
          <pc:docMk/>
          <pc:sldMk cId="0" sldId="269"/>
        </pc:sldMkLst>
      </pc:sldChg>
      <pc:sldChg chg="modSp add mod">
        <pc:chgData name="Eyal Sadot" userId="9c57a40b-08c8-435b-851c-1854c25cf41d" providerId="ADAL" clId="{02003448-2CBC-42C7-80BD-DC4C07BEB2CD}" dt="2026-08-09T15:08:49.456" v="31" actId="732"/>
        <pc:sldMkLst>
          <pc:docMk/>
          <pc:sldMk cId="0" sldId="270"/>
        </pc:sldMkLst>
        <pc:picChg chg="mod modCrop">
          <ac:chgData name="Eyal Sadot" userId="9c57a40b-08c8-435b-851c-1854c25cf41d" providerId="ADAL" clId="{02003448-2CBC-42C7-80BD-DC4C07BEB2CD}" dt="2026-08-09T15:08:49.132" v="30" actId="732"/>
          <ac:picMkLst>
            <pc:docMk/>
            <pc:sldMk cId="0" sldId="270"/>
            <ac:picMk id="17" creationId="{00000000-0000-0000-0000-000000000000}"/>
          </ac:picMkLst>
        </pc:picChg>
        <pc:picChg chg="mod modCrop">
          <ac:chgData name="Eyal Sadot" userId="9c57a40b-08c8-435b-851c-1854c25cf41d" providerId="ADAL" clId="{02003448-2CBC-42C7-80BD-DC4C07BEB2CD}" dt="2026-08-09T15:08:49.456" v="31" actId="732"/>
          <ac:picMkLst>
            <pc:docMk/>
            <pc:sldMk cId="0" sldId="270"/>
            <ac:picMk id="19" creationId="{00000000-0000-0000-0000-000000000000}"/>
          </ac:picMkLst>
        </pc:picChg>
      </pc:sldChg>
      <pc:sldChg chg="add del">
        <pc:chgData name="Eyal Sadot" userId="9c57a40b-08c8-435b-851c-1854c25cf41d" providerId="ADAL" clId="{02003448-2CBC-42C7-80BD-DC4C07BEB2CD}" dt="2026-08-09T15:25:38.461" v="38" actId="47"/>
        <pc:sldMkLst>
          <pc:docMk/>
          <pc:sldMk cId="0" sldId="271"/>
        </pc:sldMkLst>
      </pc:sldChg>
      <pc:sldChg chg="addSp modSp mod">
        <pc:chgData name="Eyal Sadot" userId="9c57a40b-08c8-435b-851c-1854c25cf41d" providerId="ADAL" clId="{02003448-2CBC-42C7-80BD-DC4C07BEB2CD}" dt="2026-08-09T15:08:05.124" v="27" actId="167"/>
        <pc:sldMkLst>
          <pc:docMk/>
          <pc:sldMk cId="0" sldId="274"/>
        </pc:sldMkLst>
        <pc:spChg chg="add mod ord">
          <ac:chgData name="Eyal Sadot" userId="9c57a40b-08c8-435b-851c-1854c25cf41d" providerId="ADAL" clId="{02003448-2CBC-42C7-80BD-DC4C07BEB2CD}" dt="2026-08-09T15:08:05.124" v="27" actId="167"/>
          <ac:spMkLst>
            <pc:docMk/>
            <pc:sldMk cId="0" sldId="274"/>
            <ac:spMk id="3" creationId="{AFB7070D-59E6-87F7-AF87-DC8CBD2A72E0}"/>
          </ac:spMkLst>
        </pc:spChg>
      </pc:sldChg>
      <pc:sldChg chg="ord">
        <pc:chgData name="Eyal Sadot" userId="9c57a40b-08c8-435b-851c-1854c25cf41d" providerId="ADAL" clId="{02003448-2CBC-42C7-80BD-DC4C07BEB2CD}" dt="2026-08-09T08:48:40.153" v="7"/>
        <pc:sldMkLst>
          <pc:docMk/>
          <pc:sldMk cId="0" sldId="277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86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87"/>
        </pc:sldMkLst>
      </pc:sldChg>
      <pc:sldChg chg="add ord">
        <pc:chgData name="Eyal Sadot" userId="9c57a40b-08c8-435b-851c-1854c25cf41d" providerId="ADAL" clId="{02003448-2CBC-42C7-80BD-DC4C07BEB2CD}" dt="2026-08-09T08:36:27.543" v="1"/>
        <pc:sldMkLst>
          <pc:docMk/>
          <pc:sldMk cId="0" sldId="288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89"/>
        </pc:sldMkLst>
      </pc:sldChg>
      <pc:sldChg chg="add">
        <pc:chgData name="Eyal Sadot" userId="9c57a40b-08c8-435b-851c-1854c25cf41d" providerId="ADAL" clId="{02003448-2CBC-42C7-80BD-DC4C07BEB2CD}" dt="2026-08-09T09:27:18.501" v="9"/>
        <pc:sldMkLst>
          <pc:docMk/>
          <pc:sldMk cId="0" sldId="290"/>
        </pc:sldMkLst>
      </pc:sldChg>
      <pc:sldChg chg="add">
        <pc:chgData name="Eyal Sadot" userId="9c57a40b-08c8-435b-851c-1854c25cf41d" providerId="ADAL" clId="{02003448-2CBC-42C7-80BD-DC4C07BEB2CD}" dt="2026-08-09T15:05:00.075" v="10"/>
        <pc:sldMkLst>
          <pc:docMk/>
          <pc:sldMk cId="0" sldId="291"/>
        </pc:sldMkLst>
      </pc:sldChg>
      <pc:sldChg chg="modSp add mod">
        <pc:chgData name="Eyal Sadot" userId="9c57a40b-08c8-435b-851c-1854c25cf41d" providerId="ADAL" clId="{02003448-2CBC-42C7-80BD-DC4C07BEB2CD}" dt="2026-08-09T15:07:29.397" v="24" actId="14100"/>
        <pc:sldMkLst>
          <pc:docMk/>
          <pc:sldMk cId="0" sldId="292"/>
        </pc:sldMkLst>
        <pc:spChg chg="mod">
          <ac:chgData name="Eyal Sadot" userId="9c57a40b-08c8-435b-851c-1854c25cf41d" providerId="ADAL" clId="{02003448-2CBC-42C7-80BD-DC4C07BEB2CD}" dt="2026-08-09T15:07:29.397" v="24" actId="14100"/>
          <ac:spMkLst>
            <pc:docMk/>
            <pc:sldMk cId="0" sldId="292"/>
            <ac:spMk id="10" creationId="{00000000-0000-0000-0000-000000000000}"/>
          </ac:spMkLst>
        </pc:spChg>
      </pc:sldChg>
      <pc:sldChg chg="addSp modSp add del mod setBg">
        <pc:chgData name="Eyal Sadot" userId="9c57a40b-08c8-435b-851c-1854c25cf41d" providerId="ADAL" clId="{02003448-2CBC-42C7-80BD-DC4C07BEB2CD}" dt="2026-08-09T15:25:47.452" v="40" actId="47"/>
        <pc:sldMkLst>
          <pc:docMk/>
          <pc:sldMk cId="0" sldId="293"/>
        </pc:sldMkLst>
        <pc:picChg chg="add mod">
          <ac:chgData name="Eyal Sadot" userId="9c57a40b-08c8-435b-851c-1854c25cf41d" providerId="ADAL" clId="{02003448-2CBC-42C7-80BD-DC4C07BEB2CD}" dt="2026-08-09T15:25:24.337" v="37" actId="1076"/>
          <ac:picMkLst>
            <pc:docMk/>
            <pc:sldMk cId="0" sldId="293"/>
            <ac:picMk id="3" creationId="{FFC91239-A223-E446-D711-F089873F7134}"/>
          </ac:picMkLst>
        </pc:picChg>
      </pc:sldChg>
      <pc:sldChg chg="add">
        <pc:chgData name="Eyal Sadot" userId="9c57a40b-08c8-435b-851c-1854c25cf41d" providerId="ADAL" clId="{02003448-2CBC-42C7-80BD-DC4C07BEB2CD}" dt="2026-08-09T15:24:38.428" v="34"/>
        <pc:sldMkLst>
          <pc:docMk/>
          <pc:sldMk cId="0" sldId="294"/>
        </pc:sldMkLst>
      </pc:sldChg>
      <pc:sldChg chg="add del">
        <pc:chgData name="Eyal Sadot" userId="9c57a40b-08c8-435b-851c-1854c25cf41d" providerId="ADAL" clId="{02003448-2CBC-42C7-80BD-DC4C07BEB2CD}" dt="2026-08-09T15:25:45.227" v="39" actId="47"/>
        <pc:sldMkLst>
          <pc:docMk/>
          <pc:sldMk cId="0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1749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4299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2813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457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024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8951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1590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05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4539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1567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0088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25253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6.xml.rels><?xml version="1.0" encoding="UTF-8" standalone="yes"?>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914400" y="685800"/>
            <a:ext cx="4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40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URIEL</a:t>
            </a:r>
          </a:p>
        </p:txBody>
      </p:sp>
      <p:sp>
        <p:nvSpPr>
          <p:cNvPr id="12" name="Frame"/>
          <p:cNvSpPr/>
          <p:nvPr/>
        </p:nvSpPr>
        <p:spPr>
          <a:xfrm>
            <a:off x="914400" y="1600200"/>
            <a:ext cx="10363200" cy="2971800"/>
          </a:xfrm>
          <a:prstGeom prst="snip1Rect">
            <a:avLst>
              <a:gd name="adj" fmla="val 7402"/>
            </a:avLst>
          </a:prstGeom>
          <a:noFill/>
          <a:ln w="28575">
            <a:solidFill>
              <a:srgbClr val="FFD500"/>
            </a:solidFill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14400" y="2500200"/>
            <a:ext cx="91632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SHIELD SERIES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14400" y="3500200"/>
            <a:ext cx="91632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INNOVATIVE ORTHOPEDIC SUPPORT</a:t>
            </a:r>
          </a:p>
        </p:txBody>
      </p:sp>
      <p:pic>
        <p:nvPicPr>
          <p:cNvPr id="15" name="Foo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1495</Words>
  <Application>Microsoft Office PowerPoint</Application>
  <PresentationFormat>מסך רחב</PresentationFormat>
  <Paragraphs>313</Paragraphs>
  <Slides>35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35</vt:i4>
      </vt:variant>
    </vt:vector>
  </HeadingPairs>
  <TitlesOfParts>
    <vt:vector size="41" baseType="lpstr">
      <vt:lpstr>Aptos</vt:lpstr>
      <vt:lpstr>Arial</vt:lpstr>
      <vt:lpstr>Calibri</vt:lpstr>
      <vt:lpstr>Calibri Light</vt:lpstr>
      <vt:lpstr>Office Theme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3</cp:revision>
  <dcterms:created xsi:type="dcterms:W3CDTF">2026-08-02T08:27:24Z</dcterms:created>
  <dcterms:modified xsi:type="dcterms:W3CDTF">2026-08-09T15:25:47Z</dcterms:modified>
</cp:coreProperties>
</file>