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61" r:id="rId1"/>
  </p:sldMasterIdLst>
  <p:notesMasterIdLst>
    <p:notesMasterId r:id="rId3"/>
  </p:notesMasterIdLst>
  <p:sldIdLst>
    <p:sldId id="287" r:id="rId2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500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E7AB6984-0309-4DD9-81D1-EA97B41D9843}" type="datetimeFigureOut">
              <a:rPr lang="he-IL" smtClean="0"/>
              <a:t>א'/אלול/תשפ"ו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32282D2D-C8DF-4586-9A3B-F06C9DEEFCA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820144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0772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E2E1ED7-A5E2-E434-90CB-2985AEA8C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FB50BF1-6323-6188-32E2-0AB50D0B78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C2E2D15-7E11-D558-04F6-861EC1FE3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08/14/2026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A461362-2BC8-E594-001F-647FF3E7F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8D74CD1-C3FC-0A4B-1549-3AF85DF2B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37993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3123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5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/>
          <p:nvPr/>
        </p:nvSpPr>
        <p:spPr>
          <a:xfrm>
            <a:off x="594360" y="56692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40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URIEL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96012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ts val="4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D50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R&amp;D STRATEGY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94360" y="2697480"/>
            <a:ext cx="365760" cy="365760"/>
          </a:xfrm>
          <a:prstGeom prst="snip1Rect">
            <a:avLst/>
          </a:prstGeom>
          <a:solidFill>
            <a:srgbClr val="FFD50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94360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40D4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170432" y="2642616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technology: wearables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94360" y="3410712"/>
            <a:ext cx="365760" cy="365760"/>
          </a:xfrm>
          <a:prstGeom prst="snip1Rect">
            <a:avLst/>
          </a:prstGeom>
          <a:solidFill>
            <a:srgbClr val="FFD50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94360" y="34107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40D4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170432" y="335584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Innovative, functional &amp; design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94360" y="4123944"/>
            <a:ext cx="365760" cy="365760"/>
          </a:xfrm>
          <a:prstGeom prst="snip1Rect">
            <a:avLst/>
          </a:prstGeom>
          <a:solidFill>
            <a:srgbClr val="FFD50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94360" y="4123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40D4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170432" y="406908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Innovative design update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073397" y="562869"/>
            <a:ext cx="4123652" cy="5334499"/>
          </a:xfrm>
          <a:prstGeom prst="snip1Rect">
            <a:avLst/>
          </a:prstGeom>
          <a:ln w="28575">
            <a:solidFill>
              <a:srgbClr val="FFD5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pic>
        <p:nvPicPr>
          <p:cNvPr id="19" name="Image 0" descr="/tmp/claude-0/-home-user-the-5-agents/104e019b-481e-5835-b5aa-7854a99e3b07/scratchpad/work/assets/brac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 flipH="1">
            <a:off x="7445339" y="1094753"/>
            <a:ext cx="3261424" cy="4373368"/>
          </a:xfrm>
          <a:prstGeom prst="rect">
            <a:avLst/>
          </a:prstGeom>
          <a:ln w="28575">
            <a:solidFill>
              <a:schemeClr val="accent4"/>
            </a:solidFill>
          </a:ln>
        </p:spPr>
      </p:pic>
      <p:sp>
        <p:nvSpPr>
          <p:cNvPr id="20" name="Shape 17"/>
          <p:cNvSpPr/>
          <p:nvPr/>
        </p:nvSpPr>
        <p:spPr>
          <a:xfrm>
            <a:off x="7022592" y="512064"/>
            <a:ext cx="101609" cy="101609"/>
          </a:xfrm>
          <a:prstGeom prst="ellipse">
            <a:avLst/>
          </a:prstGeom>
          <a:solidFill>
            <a:srgbClr val="FFD50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10988633" y="588302"/>
            <a:ext cx="101609" cy="101609"/>
          </a:xfrm>
          <a:prstGeom prst="ellipse">
            <a:avLst/>
          </a:prstGeom>
          <a:solidFill>
            <a:srgbClr val="FFD50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7022592" y="5846563"/>
            <a:ext cx="101609" cy="101609"/>
          </a:xfrm>
          <a:prstGeom prst="ellipse">
            <a:avLst/>
          </a:prstGeom>
          <a:solidFill>
            <a:srgbClr val="FFD50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11146244" y="5846563"/>
            <a:ext cx="101609" cy="101609"/>
          </a:xfrm>
          <a:prstGeom prst="ellipse">
            <a:avLst/>
          </a:prstGeom>
          <a:solidFill>
            <a:srgbClr val="FFD50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pic>
        <p:nvPicPr>
          <p:cNvPr id="24" name="Image 1" descr="/tmp/claude-0/-home-user-the-5-agents/104e019b-481e-5835-b5aa-7854a99e3b07/scratchpad/work/assets/foo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222492"/>
            <a:ext cx="12191695" cy="49523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</Words>
  <Application>Microsoft Office PowerPoint</Application>
  <PresentationFormat>מסך רחב</PresentationFormat>
  <Paragraphs>9</Paragraphs>
  <Slides>1</Slides>
  <Notes>1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</vt:i4>
      </vt:variant>
    </vt:vector>
  </HeadingPairs>
  <TitlesOfParts>
    <vt:vector size="5" baseType="lpstr">
      <vt:lpstr>Aptos</vt:lpstr>
      <vt:lpstr>Arial</vt:lpstr>
      <vt:lpstr>Calibri</vt:lpstr>
      <vt:lpstr>Office Theme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Eyal Sadot</dc:creator>
  <cp:lastModifiedBy>Eyal Sadot</cp:lastModifiedBy>
  <cp:revision>1</cp:revision>
  <dcterms:created xsi:type="dcterms:W3CDTF">2026-08-14T07:03:10Z</dcterms:created>
  <dcterms:modified xsi:type="dcterms:W3CDTF">2026-08-14T07:03:22Z</dcterms:modified>
</cp:coreProperties>
</file>