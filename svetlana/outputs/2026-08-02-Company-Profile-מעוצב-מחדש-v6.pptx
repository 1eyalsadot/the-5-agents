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6"/>
    <p:sldId id="273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6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306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322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613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613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00" name="Flag Netherland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791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pic>
        <p:nvPicPr>
          <p:cNvPr id="201" name="Flag Switzerland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1759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pic>
        <p:nvPicPr>
          <p:cNvPr id="202" name="Flag Austria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18727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pic>
        <p:nvPicPr>
          <p:cNvPr id="203" name="Flag Israel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05695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pic>
        <p:nvPicPr>
          <p:cNvPr id="204" name="Flag Germany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2663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84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640080"/>
            <a:ext cx="3779215" cy="5623560"/>
          </a:xfrm>
          <a:prstGeom prst="snip1Rect">
            <a:avLst>
              <a:gd name="adj" fmla="val 9678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Card Overlay"/>
          <p:cNvSpPr/>
          <p:nvPr/>
        </p:nvSpPr>
        <p:spPr>
          <a:xfrm>
            <a:off x="7909560" y="640080"/>
            <a:ext cx="3779215" cy="5623560"/>
          </a:xfrm>
          <a:prstGeom prst="snip1Rect">
            <a:avLst>
              <a:gd name="adj" fmla="val 9678"/>
            </a:avLst>
          </a:prstGeom>
          <a:gradFill flip="none" rotWithShape="1">
            <a:gsLst>
              <a:gs pos="0">
                <a:srgbClr val="140D41">
                  <a:alpha val="45000"/>
                </a:srgbClr>
              </a:gs>
              <a:gs pos="20000">
                <a:srgbClr val="140D41">
                  <a:alpha val="62000"/>
                </a:srgbClr>
              </a:gs>
              <a:gs pos="60000">
                <a:srgbClr val="140D41">
                  <a:alpha val="70000"/>
                </a:srgbClr>
              </a:gs>
              <a:gs pos="100000">
                <a:srgbClr val="140D41">
                  <a:alpha val="60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96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79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230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314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65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49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45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45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101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833607"/>
            <a:ext cx="5608015" cy="53736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