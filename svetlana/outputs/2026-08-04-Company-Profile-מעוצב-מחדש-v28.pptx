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76441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63388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5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DividerArrow"/>
          <p:cNvCxnSpPr/>
          <p:nvPr/>
        </p:nvCxnSpPr>
        <p:spPr>
          <a:xfrm>
            <a:off x="5842390" y="3600000"/>
            <a:ext cx="524635" cy="0"/>
          </a:xfrm>
          <a:prstGeom prst="line">
            <a:avLst/>
          </a:prstGeom>
          <a:ln w="50800" cap="flat">
            <a:solidFill>
              <a:srgbClr val="FFD500"/>
            </a:solidFill>
            <a:headEnd type="triangle" w="med" len="med"/>
            <a:tailEnd type="triangle" w="med" len="med"/>
          </a:ln>
        </p:spPr>
      </p:cxn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STORY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3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00" name="Connector0"/>
          <p:cNvCxnSpPr/>
          <p:nvPr/>
        </p:nvCxnSpPr>
        <p:spPr>
          <a:xfrm>
            <a:off x="13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5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by Uriel M.</a:t>
            </a:r>
          </a:p>
        </p:txBody>
      </p:sp>
      <p:sp>
        <p:nvSpPr>
          <p:cNvPr id="102" name="YearCircle0"/>
          <p:cNvSpPr/>
          <p:nvPr/>
        </p:nvSpPr>
        <p:spPr>
          <a:xfrm>
            <a:off x="9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9260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21010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as Meditex Group LTD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5510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451104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68604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413604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609600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527100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Hospital</a:t>
            </a:r>
          </a:p>
        </p:txBody>
      </p:sp>
      <p:sp>
        <p:nvSpPr>
          <p:cNvPr id="132" name="YearCircle3"/>
          <p:cNvSpPr/>
          <p:nvPr/>
        </p:nvSpPr>
        <p:spPr>
          <a:xfrm>
            <a:off x="572100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768096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685596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worldwide</a:t>
            </a:r>
          </a:p>
        </p:txBody>
      </p:sp>
      <p:sp>
        <p:nvSpPr>
          <p:cNvPr id="142" name="YearCircle4"/>
          <p:cNvSpPr/>
          <p:nvPr/>
        </p:nvSpPr>
        <p:spPr>
          <a:xfrm>
            <a:off x="730596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926592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844092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88909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1085088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1002588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Uriel website</a:t>
            </a:r>
          </a:p>
        </p:txBody>
      </p:sp>
      <p:sp>
        <p:nvSpPr>
          <p:cNvPr id="162" name="YearCircle6"/>
          <p:cNvSpPr/>
          <p:nvPr/>
        </p:nvSpPr>
        <p:spPr>
          <a:xfrm>
            <a:off x="104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