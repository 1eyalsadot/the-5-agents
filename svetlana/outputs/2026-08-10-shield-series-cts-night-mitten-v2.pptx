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"/>
  </p:notesMasterIdLst>
  <p:sldIdLst>
    <p:sldId id="264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013CB21-68B5-4C28-8C93-C57A3F2FE2FB}" type="datetimeFigureOut">
              <a:rPr lang="he-IL" smtClean="0"/>
              <a:t>כ"ז/אב/תשפ"ו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3AF0939-08F9-4B8E-9DDB-614FC962ED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5593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e9a83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e9a83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0972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913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318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003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4804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0222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5358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981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896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843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977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2807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1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671716" y="-2671717"/>
            <a:ext cx="6870432" cy="12213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4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CTS Night Mitten</a:t>
            </a:r>
            <a:r>
              <a:rPr lang="en" sz="4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- Nighttime Pain Relief Support </a:t>
            </a:r>
            <a:endParaRPr sz="4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662767" y="2323644"/>
            <a:ext cx="338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Lightweight breathable mitten design with Velcro fastening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930433" y="3666267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Comfortable fit throughout the night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697033" y="1939951"/>
            <a:ext cx="3640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Supports finger flexion position for nerve decompression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905367" y="4801787"/>
            <a:ext cx="28972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Three sizes for perfect fit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930433" y="5326601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Washable, durable, consumer-friendly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53" name="Google Shape;153;p21" title="IMG_08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4577" y="994489"/>
            <a:ext cx="3927832" cy="5891732"/>
          </a:xfrm>
          <a:prstGeom prst="rect">
            <a:avLst/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  <p:cxnSp>
        <p:nvCxnSpPr>
          <p:cNvPr id="154" name="Google Shape;154;p21"/>
          <p:cNvCxnSpPr>
            <a:stCxn id="151" idx="2"/>
          </p:cNvCxnSpPr>
          <p:nvPr/>
        </p:nvCxnSpPr>
        <p:spPr>
          <a:xfrm rot="5400000" flipH="1" flipV="1">
            <a:off x="3061099" y="3831055"/>
            <a:ext cx="1125333" cy="2539599"/>
          </a:xfrm>
          <a:prstGeom prst="curvedConnector4">
            <a:avLst>
              <a:gd name="adj1" fmla="val -20314"/>
              <a:gd name="adj2" fmla="val 78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1"/>
          <p:cNvCxnSpPr>
            <a:stCxn id="148" idx="2"/>
          </p:cNvCxnSpPr>
          <p:nvPr/>
        </p:nvCxnSpPr>
        <p:spPr>
          <a:xfrm rot="5400000" flipH="1" flipV="1">
            <a:off x="3285611" y="1207600"/>
            <a:ext cx="1353911" cy="3217200"/>
          </a:xfrm>
          <a:prstGeom prst="curvedConnector4">
            <a:avLst>
              <a:gd name="adj1" fmla="val -16884"/>
              <a:gd name="adj2" fmla="val 762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1"/>
          <p:cNvCxnSpPr>
            <a:endCxn id="149" idx="0"/>
          </p:cNvCxnSpPr>
          <p:nvPr/>
        </p:nvCxnSpPr>
        <p:spPr>
          <a:xfrm>
            <a:off x="7659433" y="3381067"/>
            <a:ext cx="1858000" cy="2852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7" name="Google Shape;157;p21"/>
          <p:cNvCxnSpPr>
            <a:endCxn id="150" idx="1"/>
          </p:cNvCxnSpPr>
          <p:nvPr/>
        </p:nvCxnSpPr>
        <p:spPr>
          <a:xfrm>
            <a:off x="6756233" y="1828951"/>
            <a:ext cx="940800" cy="69575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8" name="Google Shape;158;p21"/>
          <p:cNvCxnSpPr>
            <a:endCxn id="152" idx="1"/>
          </p:cNvCxnSpPr>
          <p:nvPr/>
        </p:nvCxnSpPr>
        <p:spPr>
          <a:xfrm rot="16200000" flipH="1">
            <a:off x="6620900" y="4447934"/>
            <a:ext cx="1416669" cy="1202398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מסך רחב</PresentationFormat>
  <Paragraphs>6</Paragraphs>
  <Slides>2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8" baseType="lpstr">
      <vt:lpstr>Aptos</vt:lpstr>
      <vt:lpstr>Arial</vt:lpstr>
      <vt:lpstr>Assistant</vt:lpstr>
      <vt:lpstr>Assistant ExtraBold</vt:lpstr>
      <vt:lpstr>Assistant SemiBold</vt:lpstr>
      <vt:lpstr>Simple Light</vt:lpstr>
      <vt:lpstr>מצגת של PowerPoint‏</vt:lpstr>
      <vt:lpstr>CTS Night Mitten - Nighttime Pain Relief Support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2026-08-10T14:47:21Z</dcterms:created>
  <dcterms:modified xsi:type="dcterms:W3CDTF">2026-08-10T14:47:45Z</dcterms:modified>
</cp:coreProperties>
</file>