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67" r:id="rId2"/>
    <p:sldId id="272" r:id="rId3"/>
    <p:sldId id="268" r:id="rId4"/>
    <p:sldId id="271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EAC3AC-B843-4F5A-83D5-AD25E44DC702}" v="6" dt="2026-08-27T05:51:26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 sldOrd delMainMaster">
      <pc:chgData name="Eyal Sadot" userId="9c57a40b-08c8-435b-851c-1854c25cf41d" providerId="ADAL" clId="{02003448-2CBC-42C7-80BD-DC4C07BEB2CD}" dt="2026-08-27T05:51:39.634" v="30" actId="47"/>
      <pc:docMkLst>
        <pc:docMk/>
      </pc:docMkLst>
      <pc:sldChg chg="del">
        <pc:chgData name="Eyal Sadot" userId="9c57a40b-08c8-435b-851c-1854c25cf41d" providerId="ADAL" clId="{02003448-2CBC-42C7-80BD-DC4C07BEB2CD}" dt="2026-08-27T05:50:49.936" v="16" actId="47"/>
        <pc:sldMkLst>
          <pc:docMk/>
          <pc:sldMk cId="2562702349" sldId="256"/>
        </pc:sldMkLst>
      </pc:sldChg>
      <pc:sldChg chg="addSp modSp add mod">
        <pc:chgData name="Eyal Sadot" userId="9c57a40b-08c8-435b-851c-1854c25cf41d" providerId="ADAL" clId="{02003448-2CBC-42C7-80BD-DC4C07BEB2CD}" dt="2026-08-27T05:51:07.856" v="22" actId="14100"/>
        <pc:sldMkLst>
          <pc:docMk/>
          <pc:sldMk cId="0" sldId="268"/>
        </pc:sldMkLst>
        <pc:picChg chg="mod">
          <ac:chgData name="Eyal Sadot" userId="9c57a40b-08c8-435b-851c-1854c25cf41d" providerId="ADAL" clId="{02003448-2CBC-42C7-80BD-DC4C07BEB2CD}" dt="2026-08-27T05:50:59.960" v="19" actId="1076"/>
          <ac:picMkLst>
            <pc:docMk/>
            <pc:sldMk cId="0" sldId="268"/>
            <ac:picMk id="11" creationId="{00000000-0000-0000-0000-000000000000}"/>
          </ac:picMkLst>
        </pc:picChg>
        <pc:cxnChg chg="add mod">
          <ac:chgData name="Eyal Sadot" userId="9c57a40b-08c8-435b-851c-1854c25cf41d" providerId="ADAL" clId="{02003448-2CBC-42C7-80BD-DC4C07BEB2CD}" dt="2026-08-27T05:51:07.856" v="22" actId="14100"/>
          <ac:cxnSpMkLst>
            <pc:docMk/>
            <pc:sldMk cId="0" sldId="268"/>
            <ac:cxnSpMk id="2" creationId="{AA8BA41A-FF7D-1695-7872-EBDCC892856E}"/>
          </ac:cxnSpMkLst>
        </pc:cxnChg>
      </pc:sldChg>
      <pc:sldChg chg="add del">
        <pc:chgData name="Eyal Sadot" userId="9c57a40b-08c8-435b-851c-1854c25cf41d" providerId="ADAL" clId="{02003448-2CBC-42C7-80BD-DC4C07BEB2CD}" dt="2026-08-27T05:51:39.634" v="30" actId="47"/>
        <pc:sldMkLst>
          <pc:docMk/>
          <pc:sldMk cId="0" sldId="270"/>
        </pc:sldMkLst>
      </pc:sldChg>
      <pc:sldChg chg="addSp modSp mod ord">
        <pc:chgData name="Eyal Sadot" userId="9c57a40b-08c8-435b-851c-1854c25cf41d" providerId="ADAL" clId="{02003448-2CBC-42C7-80BD-DC4C07BEB2CD}" dt="2026-08-27T05:51:33.568" v="29" actId="1076"/>
        <pc:sldMkLst>
          <pc:docMk/>
          <pc:sldMk cId="570178340" sldId="271"/>
        </pc:sldMkLst>
        <pc:picChg chg="add mod">
          <ac:chgData name="Eyal Sadot" userId="9c57a40b-08c8-435b-851c-1854c25cf41d" providerId="ADAL" clId="{02003448-2CBC-42C7-80BD-DC4C07BEB2CD}" dt="2026-08-27T05:51:31.017" v="28" actId="1076"/>
          <ac:picMkLst>
            <pc:docMk/>
            <pc:sldMk cId="570178340" sldId="271"/>
            <ac:picMk id="2" creationId="{0129FBF0-4CD4-9501-B074-66144217BD81}"/>
          </ac:picMkLst>
        </pc:picChg>
        <pc:cxnChg chg="add mod">
          <ac:chgData name="Eyal Sadot" userId="9c57a40b-08c8-435b-851c-1854c25cf41d" providerId="ADAL" clId="{02003448-2CBC-42C7-80BD-DC4C07BEB2CD}" dt="2026-08-27T05:51:33.568" v="29" actId="1076"/>
          <ac:cxnSpMkLst>
            <pc:docMk/>
            <pc:sldMk cId="570178340" sldId="271"/>
            <ac:cxnSpMk id="4" creationId="{8493746E-375D-3444-A37F-A1572EF31104}"/>
          </ac:cxnSpMkLst>
        </pc:cxnChg>
      </pc:sldChg>
      <pc:sldChg chg="delSp add mod">
        <pc:chgData name="Eyal Sadot" userId="9c57a40b-08c8-435b-851c-1854c25cf41d" providerId="ADAL" clId="{02003448-2CBC-42C7-80BD-DC4C07BEB2CD}" dt="2026-08-27T05:50:45.353" v="15" actId="478"/>
        <pc:sldMkLst>
          <pc:docMk/>
          <pc:sldMk cId="2179534938" sldId="272"/>
        </pc:sldMkLst>
        <pc:spChg chg="del">
          <ac:chgData name="Eyal Sadot" userId="9c57a40b-08c8-435b-851c-1854c25cf41d" providerId="ADAL" clId="{02003448-2CBC-42C7-80BD-DC4C07BEB2CD}" dt="2026-08-27T05:50:44.068" v="14" actId="478"/>
          <ac:spMkLst>
            <pc:docMk/>
            <pc:sldMk cId="2179534938" sldId="272"/>
            <ac:spMk id="16" creationId="{875575D9-D28A-9005-DCD5-C997BE9CAFCA}"/>
          </ac:spMkLst>
        </pc:spChg>
        <pc:spChg chg="del">
          <ac:chgData name="Eyal Sadot" userId="9c57a40b-08c8-435b-851c-1854c25cf41d" providerId="ADAL" clId="{02003448-2CBC-42C7-80BD-DC4C07BEB2CD}" dt="2026-08-27T05:50:39.405" v="10" actId="478"/>
          <ac:spMkLst>
            <pc:docMk/>
            <pc:sldMk cId="2179534938" sldId="272"/>
            <ac:spMk id="18" creationId="{722FFF3A-07B3-2F50-D345-FAB86A584457}"/>
          </ac:spMkLst>
        </pc:spChg>
        <pc:spChg chg="del">
          <ac:chgData name="Eyal Sadot" userId="9c57a40b-08c8-435b-851c-1854c25cf41d" providerId="ADAL" clId="{02003448-2CBC-42C7-80BD-DC4C07BEB2CD}" dt="2026-08-27T05:50:41.975" v="12" actId="478"/>
          <ac:spMkLst>
            <pc:docMk/>
            <pc:sldMk cId="2179534938" sldId="272"/>
            <ac:spMk id="20" creationId="{FB0419BB-5B50-F2CF-E94A-605BE5F8914A}"/>
          </ac:spMkLst>
        </pc:spChg>
        <pc:spChg chg="del">
          <ac:chgData name="Eyal Sadot" userId="9c57a40b-08c8-435b-851c-1854c25cf41d" providerId="ADAL" clId="{02003448-2CBC-42C7-80BD-DC4C07BEB2CD}" dt="2026-08-27T05:50:43.039" v="13" actId="478"/>
          <ac:spMkLst>
            <pc:docMk/>
            <pc:sldMk cId="2179534938" sldId="272"/>
            <ac:spMk id="22" creationId="{60F1DD09-F003-0CAB-6C4D-5F86D00B1917}"/>
          </ac:spMkLst>
        </pc:spChg>
        <pc:spChg chg="del">
          <ac:chgData name="Eyal Sadot" userId="9c57a40b-08c8-435b-851c-1854c25cf41d" providerId="ADAL" clId="{02003448-2CBC-42C7-80BD-DC4C07BEB2CD}" dt="2026-08-27T05:50:40.497" v="11" actId="478"/>
          <ac:spMkLst>
            <pc:docMk/>
            <pc:sldMk cId="2179534938" sldId="272"/>
            <ac:spMk id="24" creationId="{E54BDC0D-711F-0734-FCE7-D8BFCED21ACD}"/>
          </ac:spMkLst>
        </pc:spChg>
        <pc:spChg chg="del">
          <ac:chgData name="Eyal Sadot" userId="9c57a40b-08c8-435b-851c-1854c25cf41d" providerId="ADAL" clId="{02003448-2CBC-42C7-80BD-DC4C07BEB2CD}" dt="2026-08-27T05:50:35.195" v="7" actId="478"/>
          <ac:spMkLst>
            <pc:docMk/>
            <pc:sldMk cId="2179534938" sldId="272"/>
            <ac:spMk id="26" creationId="{555BAFFB-711B-BC41-61AD-E898CC930B36}"/>
          </ac:spMkLst>
        </pc:spChg>
        <pc:spChg chg="del">
          <ac:chgData name="Eyal Sadot" userId="9c57a40b-08c8-435b-851c-1854c25cf41d" providerId="ADAL" clId="{02003448-2CBC-42C7-80BD-DC4C07BEB2CD}" dt="2026-08-27T05:50:36.570" v="8" actId="478"/>
          <ac:spMkLst>
            <pc:docMk/>
            <pc:sldMk cId="2179534938" sldId="272"/>
            <ac:spMk id="28" creationId="{E0C40F41-D39A-FA44-CBEA-34827832BCA9}"/>
          </ac:spMkLst>
        </pc:spChg>
        <pc:spChg chg="del">
          <ac:chgData name="Eyal Sadot" userId="9c57a40b-08c8-435b-851c-1854c25cf41d" providerId="ADAL" clId="{02003448-2CBC-42C7-80BD-DC4C07BEB2CD}" dt="2026-08-27T05:50:38.019" v="9" actId="478"/>
          <ac:spMkLst>
            <pc:docMk/>
            <pc:sldMk cId="2179534938" sldId="272"/>
            <ac:spMk id="30" creationId="{E0A0C4DB-54BA-D420-C608-4AC8A505668F}"/>
          </ac:spMkLst>
        </pc:spChg>
        <pc:spChg chg="del">
          <ac:chgData name="Eyal Sadot" userId="9c57a40b-08c8-435b-851c-1854c25cf41d" providerId="ADAL" clId="{02003448-2CBC-42C7-80BD-DC4C07BEB2CD}" dt="2026-08-27T05:50:45.353" v="15" actId="478"/>
          <ac:spMkLst>
            <pc:docMk/>
            <pc:sldMk cId="2179534938" sldId="272"/>
            <ac:spMk id="32" creationId="{15FDE3B0-4A2E-092B-92C1-826C91F2B46E}"/>
          </ac:spMkLst>
        </pc:spChg>
      </pc:sldChg>
      <pc:sldChg chg="add del">
        <pc:chgData name="Eyal Sadot" userId="9c57a40b-08c8-435b-851c-1854c25cf41d" providerId="ADAL" clId="{02003448-2CBC-42C7-80BD-DC4C07BEB2CD}" dt="2026-08-26T14:51:06.866" v="3" actId="47"/>
        <pc:sldMkLst>
          <pc:docMk/>
          <pc:sldMk cId="0" sldId="296"/>
        </pc:sldMkLst>
      </pc:sldChg>
      <pc:sldMasterChg chg="del delSldLayout">
        <pc:chgData name="Eyal Sadot" userId="9c57a40b-08c8-435b-851c-1854c25cf41d" providerId="ADAL" clId="{02003448-2CBC-42C7-80BD-DC4C07BEB2CD}" dt="2026-08-27T05:50:49.936" v="16" actId="47"/>
        <pc:sldMasterMkLst>
          <pc:docMk/>
          <pc:sldMasterMk cId="1916863217" sldId="2147483648"/>
        </pc:sldMasterMkLst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1200679234" sldId="2147483649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2413218592" sldId="2147483650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1211089635" sldId="2147483651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3975409611" sldId="2147483652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281262002" sldId="2147483653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442973797" sldId="2147483654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3359878266" sldId="2147483655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1149632429" sldId="2147483656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2283623944" sldId="2147483657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394904232" sldId="2147483658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49318834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782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4791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982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584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620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311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088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52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293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71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659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913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roduct lumb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9" y="1533445"/>
            <a:ext cx="2227147" cy="1675601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86869" y="3285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CRISS CROSS BELT</a:t>
            </a:r>
          </a:p>
        </p:txBody>
      </p:sp>
      <p:pic>
        <p:nvPicPr>
          <p:cNvPr id="13" name="Product tenn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511" y="1533445"/>
            <a:ext cx="2227147" cy="1675601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743511" y="3285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TENNIS BANDAGE</a:t>
            </a:r>
          </a:p>
        </p:txBody>
      </p:sp>
      <p:pic>
        <p:nvPicPr>
          <p:cNvPr id="15" name="Product elb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505" y="1533445"/>
            <a:ext cx="2227147" cy="1687646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184505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WRIST BANDAGE</a:t>
            </a:r>
          </a:p>
        </p:txBody>
      </p:sp>
      <p:pic>
        <p:nvPicPr>
          <p:cNvPr id="17" name="Product pos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869" y="4240445"/>
            <a:ext cx="2227147" cy="1680941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86869" y="5992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THIGH SUPPORT</a:t>
            </a:r>
          </a:p>
        </p:txBody>
      </p:sp>
      <p:pic>
        <p:nvPicPr>
          <p:cNvPr id="19" name="Product ank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511" y="4240445"/>
            <a:ext cx="2227147" cy="1685087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743511" y="5992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PATELLA STRAP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67226" y="391185"/>
            <a:ext cx="4276956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ORTHOPEDIC SUPPORT</a:t>
            </a:r>
          </a:p>
        </p:txBody>
      </p:sp>
      <p:sp>
        <p:nvSpPr>
          <p:cNvPr id="22" name="Frame"/>
          <p:cNvSpPr/>
          <p:nvPr/>
        </p:nvSpPr>
        <p:spPr>
          <a:xfrm>
            <a:off x="7667226" y="1199634"/>
            <a:ext cx="3859692" cy="4746378"/>
          </a:xfrm>
          <a:prstGeom prst="snip1Rect">
            <a:avLst>
              <a:gd name="adj" fmla="val 4663"/>
            </a:avLst>
          </a:prstGeom>
          <a:solidFill>
            <a:srgbClr val="140D41"/>
          </a:solidFill>
          <a:ln w="25400">
            <a:solidFill>
              <a:srgbClr val="140D41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8016" y="2190636"/>
            <a:ext cx="3442428" cy="782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THERMAL SERIES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8016" y="3025164"/>
            <a:ext cx="3442428" cy="2086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Heat retaining neoprene combined with 100% cotton towel lining provides premium comfort support with thermal benefits to promote faster healing.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07168" y="4485588"/>
            <a:ext cx="2607900" cy="11474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+35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PRODUCTS</a:t>
            </a:r>
          </a:p>
        </p:txBody>
      </p:sp>
      <p:pic>
        <p:nvPicPr>
          <p:cNvPr id="26" name="Foot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BE240-29A5-2A32-BDE2-2346320E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04902912-FF72-01B7-808B-E4D8DE29A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64" y="3703320"/>
            <a:ext cx="2416771" cy="2416771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21E85285-5E81-EB73-2025-78A7CDE3F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9" y="1313177"/>
            <a:ext cx="1969191" cy="1969191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199D1B65-35A5-DAF2-A501-F19D9444E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69" y="1459809"/>
            <a:ext cx="1969191" cy="1969191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98240687-4694-DAFB-81C6-06C786B514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96" y="1459808"/>
            <a:ext cx="1969191" cy="1969191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1B7EF0AD-25B3-A8B4-BEB9-5710366EEB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9" y="3643537"/>
            <a:ext cx="1969191" cy="234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34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rodu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9" y="1533445"/>
            <a:ext cx="2227147" cy="1679488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86869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WRIST COMPRESSION SLEEVE</a:t>
            </a:r>
          </a:p>
        </p:txBody>
      </p:sp>
      <p:pic>
        <p:nvPicPr>
          <p:cNvPr id="13" name="Produ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511" y="1533445"/>
            <a:ext cx="2227147" cy="1679488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743511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ELBOW COMPRESSION SLEEVE</a:t>
            </a:r>
          </a:p>
        </p:txBody>
      </p:sp>
      <p:pic>
        <p:nvPicPr>
          <p:cNvPr id="15" name="Produ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505" y="1533445"/>
            <a:ext cx="2227147" cy="1679488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184505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ANKLE COMPRESSION SLEEVE R/L</a:t>
            </a:r>
          </a:p>
        </p:txBody>
      </p:sp>
      <p:pic>
        <p:nvPicPr>
          <p:cNvPr id="17" name="Produc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869" y="4240445"/>
            <a:ext cx="2227147" cy="1679488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86869" y="5992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KNEE COMPRESSION SLEEVE</a:t>
            </a:r>
          </a:p>
        </p:txBody>
      </p:sp>
      <p:pic>
        <p:nvPicPr>
          <p:cNvPr id="19" name="Produc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511" y="4240445"/>
            <a:ext cx="2227147" cy="1679488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743511" y="5992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SHIN COMPRESSION SLEEVE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67226" y="391185"/>
            <a:ext cx="4276956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SPORT CATEGORY</a:t>
            </a:r>
          </a:p>
        </p:txBody>
      </p:sp>
      <p:sp>
        <p:nvSpPr>
          <p:cNvPr id="22" name="Frame"/>
          <p:cNvSpPr/>
          <p:nvPr/>
        </p:nvSpPr>
        <p:spPr>
          <a:xfrm>
            <a:off x="7667226" y="1199634"/>
            <a:ext cx="3859692" cy="4746378"/>
          </a:xfrm>
          <a:prstGeom prst="snip1Rect">
            <a:avLst>
              <a:gd name="adj" fmla="val 4663"/>
            </a:avLst>
          </a:prstGeom>
          <a:noFill/>
          <a:ln w="25400">
            <a:solidFill>
              <a:srgbClr val="1E2761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8016" y="2190636"/>
            <a:ext cx="3442428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SPORT SERIES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8016" y="2750636"/>
            <a:ext cx="3442428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Reach Your Athletic Peak with Comfortable Ease</a:t>
            </a:r>
          </a:p>
        </p:txBody>
      </p:sp>
      <p:sp>
        <p:nvSpPr>
          <p:cNvPr id="25" name="Checklist"/>
          <p:cNvSpPr txBox="1"/>
          <p:nvPr/>
        </p:nvSpPr>
        <p:spPr>
          <a:xfrm>
            <a:off x="7928016" y="3490636"/>
            <a:ext cx="3442428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TRIPLE-LAYERED 3D CUTTING TECHNOLOGY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INJECTED SILICONE PROVIDES TARGETED SUPPORT FOR JOINTS AND MUSCLES WHILE REDUCING VIBRATION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SPORT-READY LIGHTWEIGHT BREATHABILITY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UPF 50+ PROTECTED</a:t>
            </a:r>
          </a:p>
        </p:txBody>
      </p:sp>
      <p:pic>
        <p:nvPicPr>
          <p:cNvPr id="26" name="Foot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B6598281-C4A0-CE6E-51BA-D5C5E1595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765" y="1599532"/>
            <a:ext cx="2383244" cy="1793266"/>
          </a:xfrm>
          <a:prstGeom prst="rect">
            <a:avLst/>
          </a:prstGeom>
        </p:spPr>
      </p:pic>
      <p:pic>
        <p:nvPicPr>
          <p:cNvPr id="2" name="Product hallux">
            <a:extLst>
              <a:ext uri="{FF2B5EF4-FFF2-40B4-BE49-F238E27FC236}">
                <a16:creationId xmlns:a16="http://schemas.microsoft.com/office/drawing/2014/main" id="{0129FBF0-4CD4-9501-B074-66144217B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929" y="2121914"/>
            <a:ext cx="2227147" cy="167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78340"/>
      </p:ext>
    </p:extLst>
  </p:cSld>
  <p:clrMapOvr>
    <a:masterClrMapping/>
  </p:clrMapOvr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101</Words>
  <Application>Microsoft Office PowerPoint</Application>
  <PresentationFormat>מסך רחב</PresentationFormat>
  <Paragraphs>22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2026-08-26T14:33:13Z</dcterms:created>
  <dcterms:modified xsi:type="dcterms:W3CDTF">2026-08-27T05:52:05Z</dcterms:modified>
</cp:coreProperties>
</file>