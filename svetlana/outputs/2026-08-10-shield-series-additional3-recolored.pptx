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95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724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923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922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253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29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3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22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395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779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495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684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969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enuShield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76556" cy="6858000"/>
          </a:xfrm>
          <a:prstGeom prst="rect">
            <a:avLst/>
          </a:prstGeom>
        </p:spPr>
      </p:pic>
      <p:sp>
        <p:nvSpPr>
          <p:cNvPr id="13" name="Frame"/>
          <p:cNvSpPr/>
          <p:nvPr/>
        </p:nvSpPr>
        <p:spPr>
          <a:xfrm>
            <a:off x="7700000" y="1199634"/>
            <a:ext cx="4200000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Title"/>
          <p:cNvSpPr txBox="1"/>
          <p:nvPr/>
        </p:nvSpPr>
        <p:spPr>
          <a:xfrm>
            <a:off x="7950000" y="1549634"/>
            <a:ext cx="37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GENU-SHIELD STABILIZER</a:t>
            </a:r>
          </a:p>
        </p:txBody>
      </p:sp>
      <p:sp>
        <p:nvSpPr>
          <p:cNvPr id="15" name="TextBox Subtitle"/>
          <p:cNvSpPr txBox="1"/>
          <p:nvPr/>
        </p:nvSpPr>
        <p:spPr>
          <a:xfrm>
            <a:off x="7950000" y="2229634"/>
            <a:ext cx="37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PROVIDES JOINT STABILIZATION WHILE REDUCING PAIN AND SWELLING</a:t>
            </a:r>
          </a:p>
        </p:txBody>
      </p:sp>
      <p:pic>
        <p:nvPicPr>
          <p:cNvPr id="12" name="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2026-08-10T15:32:23Z</dcterms:created>
  <dcterms:modified xsi:type="dcterms:W3CDTF">2026-08-10T15:32:44Z</dcterms:modified>
</cp:coreProperties>
</file>