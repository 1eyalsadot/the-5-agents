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40D41"/>
          </a:solidFill>
          <a:ln/>
        </p:spPr>
      </p:sp>
      <p:pic>
        <p:nvPicPr>
          <p:cNvPr id="3" name="Image 0" descr="/tmp/claude-0/-home-user-the-5-agents/104e019b-481e-5835-b5aa-7854a99e3b07/scratchpad/uriel/assets/logo_ur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256032"/>
            <a:ext cx="1371600" cy="520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601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2800" dirty="0"/>
          </a:p>
        </p:txBody>
      </p:sp>
      <p:pic>
        <p:nvPicPr>
          <p:cNvPr id="5" name="Image 1" descr="/tmp/claude-0/-home-user-the-5-agents/104e019b-481e-5835-b5aa-7854a99e3b07/scratchpad/uriel/assets/runner_st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2516084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384764" y="2697480"/>
            <a:ext cx="8258291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9084" y="2926080"/>
            <a:ext cx="7709651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300" dirty="0"/>
          </a:p>
          <a:p>
            <a:pPr algn="just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300" dirty="0"/>
          </a:p>
          <a:p>
            <a:pPr algn="just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396935" y="587044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FFD500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396935" y="5870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140D41"/>
          </a:solidFill>
          <a:ln/>
        </p:spPr>
      </p:sp>
      <p:sp>
        <p:nvSpPr>
          <p:cNvPr id="3" name="Shape 1"/>
          <p:cNvSpPr/>
          <p:nvPr/>
        </p:nvSpPr>
        <p:spPr>
          <a:xfrm>
            <a:off x="8385048" y="457200"/>
            <a:ext cx="320040" cy="5943600"/>
          </a:xfrm>
          <a:prstGeom prst="leftBracket">
            <a:avLst>
              <a:gd name="adj" fmla="val 114286"/>
            </a:avLst>
          </a:prstGeom>
          <a:ln w="28575">
            <a:solidFill>
              <a:srgbClr val="6E6E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0" y="1874520"/>
            <a:ext cx="29105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THE LEADING HOSPITALS</a:t>
            </a:r>
            <a:endParaRPr lang="en-US" sz="2700" dirty="0"/>
          </a:p>
        </p:txBody>
      </p:sp>
      <p:pic>
        <p:nvPicPr>
          <p:cNvPr id="5" name="Image 0" descr="/tmp/claude-0/-home-user-the-5-agents/104e019b-481e-5835-b5aa-7854a99e3b07/scratchpad/uriel/assets/flags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206240" cy="9248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tmp/claude-0/-home-user-the-5-agents/104e019b-481e-5835-b5aa-7854a99e3b07/scratchpad/uriel/assets/hosp_us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11226"/>
            <a:ext cx="1156716" cy="29254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46020" y="19659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2" descr="/tmp/claude-0/-home-user-the-5-agents/104e019b-481e-5835-b5aa-7854a99e3b07/scratchpad/uriel/assets/hosp_ziekenhu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430524"/>
            <a:ext cx="1156716" cy="85395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43400" y="19659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3" descr="/tmp/claude-0/-home-user-the-5-agents/104e019b-481e-5835-b5aa-7854a99e3b07/scratchpad/uriel/assets/hosp_sh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532611"/>
            <a:ext cx="1156716" cy="64977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240780" y="19659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/tmp/claude-0/-home-user-the-5-agents/104e019b-481e-5835-b5aa-7854a99e3b07/scratchpad/uriel/assets/hosp_ramb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962" y="2221992"/>
            <a:ext cx="1156416" cy="127101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48640" y="40233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5" descr="/tmp/claude-0/-home-user-the-5-agents/104e019b-481e-5835-b5aa-7854a99e3b07/scratchpad/uriel/assets/hosp_hadassa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34172"/>
            <a:ext cx="1156716" cy="1161457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446020" y="40233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6" descr="/tmp/claude-0/-home-user-the-5-agents/104e019b-481e-5835-b5aa-7854a99e3b07/scratchpad/uriel/assets/hosp_char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2052" y="4664046"/>
            <a:ext cx="1156716" cy="501708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343400" y="4023360"/>
            <a:ext cx="1668780" cy="17830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7" descr="/tmp/claude-0/-home-user-the-5-agents/104e019b-481e-5835-b5aa-7854a99e3b07/scratchpad/uriel/assets/hosp_ichilo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4699241"/>
            <a:ext cx="1156716" cy="4313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URIEL?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" y="162763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1288" y="242316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321868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1288" y="4014216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737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" y="480974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0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1288" y="560527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5280" y="685800"/>
            <a:ext cx="3687775" cy="5486400"/>
          </a:xfrm>
          <a:prstGeom prst="roundRect">
            <a:avLst>
              <a:gd name="adj" fmla="val 2480"/>
            </a:avLst>
          </a:prstGeom>
          <a:solidFill>
            <a:srgbClr val="140D41"/>
          </a:solidFill>
          <a:ln/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1005840"/>
            <a:ext cx="3687775" cy="816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138160" y="1822216"/>
            <a:ext cx="3322015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322576"/>
            <a:ext cx="3687775" cy="816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650+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138160" y="3138952"/>
            <a:ext cx="3322015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3639312"/>
            <a:ext cx="3687775" cy="816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138160" y="4455688"/>
            <a:ext cx="3322015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5349240"/>
            <a:ext cx="3139135" cy="502920"/>
          </a:xfrm>
          <a:prstGeom prst="roundRect">
            <a:avLst>
              <a:gd name="adj" fmla="val 50909"/>
            </a:avLst>
          </a:prstGeom>
          <a:solidFill>
            <a:srgbClr val="FFD50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5349240"/>
            <a:ext cx="3139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02536"/>
          </a:xfrm>
          <a:prstGeom prst="rect">
            <a:avLst/>
          </a:prstGeom>
          <a:solidFill>
            <a:srgbClr val="140D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02536"/>
            <a:ext cx="12191695" cy="4855464"/>
          </a:xfrm>
          <a:prstGeom prst="rect">
            <a:avLst/>
          </a:prstGeom>
          <a:solidFill>
            <a:srgbClr val="E9E9E9"/>
          </a:solidFill>
          <a:ln/>
        </p:spPr>
      </p:sp>
      <p:pic>
        <p:nvPicPr>
          <p:cNvPr id="4" name="Image 0" descr="/tmp/claude-0/-home-user-the-5-agents/104e019b-481e-5835-b5aa-7854a99e3b07/scratchpad/uriel/assets/runner_hotsp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0"/>
            <a:ext cx="520957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0040"/>
            <a:ext cx="606247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FOR THE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D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505456"/>
            <a:ext cx="5879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2026-08-02T07:44:09Z</dcterms:created>
  <dcterms:modified xsi:type="dcterms:W3CDTF">2026-08-02T07:44:09Z</dcterms:modified>
</cp:coreProperties>
</file>