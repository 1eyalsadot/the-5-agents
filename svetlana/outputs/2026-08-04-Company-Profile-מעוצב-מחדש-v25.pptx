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laceholder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PlaceholderSun3"/>
          <p:cNvSpPr/>
          <p:nvPr/>
        </p:nvSpPr>
        <p:spPr>
          <a:xfrm>
            <a:off x="5700237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4" name="PlaceholderMountain3"/>
          <p:cNvSpPr/>
          <p:nvPr/>
        </p:nvSpPr>
        <p:spPr>
          <a:xfrm>
            <a:off x="5766198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laceholder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33" name="PlaceholderSun4"/>
          <p:cNvSpPr/>
          <p:nvPr/>
        </p:nvSpPr>
        <p:spPr>
          <a:xfrm>
            <a:off x="7959181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4" name="PlaceholderMountain4"/>
          <p:cNvSpPr/>
          <p:nvPr/>
        </p:nvSpPr>
        <p:spPr>
          <a:xfrm>
            <a:off x="8025142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laceholder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43" name="PlaceholderSun5"/>
          <p:cNvSpPr/>
          <p:nvPr/>
        </p:nvSpPr>
        <p:spPr>
          <a:xfrm>
            <a:off x="10218125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4" name="PlaceholderMountain5"/>
          <p:cNvSpPr/>
          <p:nvPr/>
        </p:nvSpPr>
        <p:spPr>
          <a:xfrm>
            <a:off x="10284086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DividerArrow"/>
          <p:cNvCxnSpPr/>
          <p:nvPr/>
        </p:nvCxnSpPr>
        <p:spPr>
          <a:xfrm>
            <a:off x="5842390" y="3600000"/>
            <a:ext cx="524635" cy="0"/>
          </a:xfrm>
          <a:prstGeom prst="line">
            <a:avLst/>
          </a:prstGeom>
          <a:ln w="50800" cap="flat">
            <a:solidFill>
              <a:srgbClr val="FFD500"/>
            </a:solidFill>
            <a:headEnd type="triangle" w="med" len="med"/>
            <a:tailEnd type="triangle" w="med" len="med"/>
          </a:ln>
        </p:spPr>
      </p:cxn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