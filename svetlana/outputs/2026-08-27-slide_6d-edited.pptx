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7" r:id="rId2"/>
    <p:sldId id="271" r:id="rId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82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479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982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584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620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31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88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2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293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71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59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913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 lumb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5601"/>
          </a:xfrm>
          <a:prstGeom prst="rect">
            <a:avLst/>
          </a:prstGeom>
        </p:spPr>
      </p:pic>
      <p:sp>
        <p:nvSpPr>
          <p:cNvPr id="101" name="Item Badge 101"/>
          <p:cNvSpPr/>
          <p:nvPr/>
        </p:nvSpPr>
        <p:spPr>
          <a:xfrm rot="-180000">
            <a:off x="1444016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869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CRISS CROSS BELT</a:t>
            </a:r>
          </a:p>
        </p:txBody>
      </p:sp>
      <p:pic>
        <p:nvPicPr>
          <p:cNvPr id="13" name="Product tenn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11" y="1533445"/>
            <a:ext cx="2227147" cy="1675601"/>
          </a:xfrm>
          <a:prstGeom prst="rect">
            <a:avLst/>
          </a:prstGeom>
        </p:spPr>
      </p:pic>
      <p:sp>
        <p:nvSpPr>
          <p:cNvPr id="102" name="Item Badge 102"/>
          <p:cNvSpPr/>
          <p:nvPr/>
        </p:nvSpPr>
        <p:spPr>
          <a:xfrm rot="-180000">
            <a:off x="3900658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T91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3511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TENNIS BANDAGE</a:t>
            </a:r>
          </a:p>
        </p:txBody>
      </p:sp>
      <p:pic>
        <p:nvPicPr>
          <p:cNvPr id="15" name="Product elb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87646"/>
          </a:xfrm>
          <a:prstGeom prst="rect">
            <a:avLst/>
          </a:prstGeom>
        </p:spPr>
      </p:pic>
      <p:sp>
        <p:nvSpPr>
          <p:cNvPr id="103" name="Item Badge 103"/>
          <p:cNvSpPr/>
          <p:nvPr/>
        </p:nvSpPr>
        <p:spPr>
          <a:xfrm rot="-180000">
            <a:off x="6341652" y="1433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T20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BANDAGE</a:t>
            </a:r>
          </a:p>
        </p:txBody>
      </p:sp>
      <p:pic>
        <p:nvPicPr>
          <p:cNvPr id="17" name="Product pos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80941"/>
          </a:xfrm>
          <a:prstGeom prst="rect">
            <a:avLst/>
          </a:prstGeom>
        </p:spPr>
      </p:pic>
      <p:sp>
        <p:nvSpPr>
          <p:cNvPr id="104" name="Item Badge 104"/>
          <p:cNvSpPr/>
          <p:nvPr/>
        </p:nvSpPr>
        <p:spPr>
          <a:xfrm rot="-180000">
            <a:off x="1444016" y="4140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6869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THIGH SUPPORT</a:t>
            </a:r>
          </a:p>
        </p:txBody>
      </p:sp>
      <p:pic>
        <p:nvPicPr>
          <p:cNvPr id="19" name="Product ank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511" y="4240445"/>
            <a:ext cx="2227147" cy="1685087"/>
          </a:xfrm>
          <a:prstGeom prst="rect">
            <a:avLst/>
          </a:prstGeom>
        </p:spPr>
      </p:pic>
      <p:sp>
        <p:nvSpPr>
          <p:cNvPr id="105" name="Item Badge 105"/>
          <p:cNvSpPr/>
          <p:nvPr/>
        </p:nvSpPr>
        <p:spPr>
          <a:xfrm rot="-180000">
            <a:off x="3900658" y="4140445"/>
            <a:ext cx="1150000" cy="430000"/>
          </a:xfrm>
          <a:prstGeom prst="rect">
            <a:avLst/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3511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PATELLA STRAP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ORTHOPEDIC SUPPORT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solidFill>
            <a:srgbClr val="140D41"/>
          </a:solidFill>
          <a:ln w="25400">
            <a:solidFill>
              <a:srgbClr val="140D4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782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THERMAL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3025164"/>
            <a:ext cx="3442428" cy="208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Heat retaining neoprene combined with 100% cotton towel lining provides premium comfort support with thermal benefits to promote faster healing.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07168" y="4485588"/>
            <a:ext cx="2607900" cy="11474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+35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PRODUCTS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7F9EDEE0-2DB9-525B-A81B-1780EAB062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3282" y="-52660"/>
            <a:ext cx="2227147" cy="11204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 hallux">
            <a:extLst>
              <a:ext uri="{FF2B5EF4-FFF2-40B4-BE49-F238E27FC236}">
                <a16:creationId xmlns:a16="http://schemas.microsoft.com/office/drawing/2014/main" id="{0129FBF0-4CD4-9501-B074-66144217B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201" y="1214644"/>
            <a:ext cx="2227147" cy="1675601"/>
          </a:xfrm>
          <a:prstGeom prst="rect">
            <a:avLst/>
          </a:prstGeom>
        </p:spPr>
      </p:pic>
      <p:pic>
        <p:nvPicPr>
          <p:cNvPr id="4" name="Product hallux">
            <a:extLst>
              <a:ext uri="{FF2B5EF4-FFF2-40B4-BE49-F238E27FC236}">
                <a16:creationId xmlns:a16="http://schemas.microsoft.com/office/drawing/2014/main" id="{E6384308-90B9-F3DF-6015-598901714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169" y="2707130"/>
            <a:ext cx="2227147" cy="1675601"/>
          </a:xfrm>
          <a:prstGeom prst="rect">
            <a:avLst/>
          </a:prstGeom>
        </p:spPr>
      </p:pic>
      <p:cxnSp>
        <p:nvCxnSpPr>
          <p:cNvPr id="6" name="מחבר חץ ישר 5">
            <a:extLst>
              <a:ext uri="{FF2B5EF4-FFF2-40B4-BE49-F238E27FC236}">
                <a16:creationId xmlns:a16="http://schemas.microsoft.com/office/drawing/2014/main" id="{14A5F4B8-02F3-C508-9EBD-B8495FF416AA}"/>
              </a:ext>
            </a:extLst>
          </p:cNvPr>
          <p:cNvCxnSpPr/>
          <p:nvPr/>
        </p:nvCxnSpPr>
        <p:spPr>
          <a:xfrm>
            <a:off x="3099816" y="2176272"/>
            <a:ext cx="3566160" cy="1368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78340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</Words>
  <Application>Microsoft Office PowerPoint</Application>
  <PresentationFormat>מסך רחב</PresentationFormat>
  <Paragraphs>15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1_ערכת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3</cp:revision>
  <dcterms:created xsi:type="dcterms:W3CDTF">2026-08-26T14:33:13Z</dcterms:created>
  <dcterms:modified xsi:type="dcterms:W3CDTF">2026-08-27T07:27:53Z</dcterms:modified>
</cp:coreProperties>
</file>