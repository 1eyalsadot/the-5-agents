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267" r:id="rId2"/>
    <p:sldId id="271" r:id="rId3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93655D5-7B76-BDB2-D9B2-433ECE4B24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C163DF22-3979-AEED-67F9-FFA6CD8B4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DF4C6B0-6865-9368-4A2A-5F992B97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91AE897-159A-FE08-2B04-BEA2D209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42E9A4F-16BB-D175-FAA5-3926D3C00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7820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2E1ED7-A5E2-E434-90CB-2985AEA8C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FB50BF1-6323-6188-32E2-0AB50D0B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C2E2D15-7E11-D558-04F6-861EC1FE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461362-2BC8-E594-001F-647FF3E7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8D74CD1-C3FC-0A4B-1549-3AF85DF2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14791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7B75F83-BCB1-4B12-A816-9BFA8C0D4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C5416C64-EEAC-E597-C67C-862853125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76EB92B-E76E-FBAB-C215-1FC745F3A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AC925C5-1874-EC92-1041-5CB03A971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744C32C-730C-AAA6-1858-8CFC9B04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59821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3961AAB-9C72-2379-0782-0BA4AD4A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7F69A76-C002-A3EA-DCCD-1FABDD769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82C4C56E-D457-2853-96BA-3127F904D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0DEA4C6-3BF0-4249-2C99-647166635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455BA81-6A9D-13D2-A593-7A87C28EB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122330C-FF64-3101-BE69-02E15C631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25849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5C1FAC-5FF4-0B59-4531-3DD3B20D9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B1611AB-ABBA-DA78-AB2E-3CD2D420A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78590BE-75B3-1AD8-1BA7-297B072F5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A85205DA-C2D3-42C8-876B-BE88FEC677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CBBE61D1-0D81-A7BF-82F1-8C9AACAE80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BE35E78D-9F79-340D-2AFF-FC6C7F03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9CB09053-5BDF-1BC5-0BB4-09B3C7D83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42ADDDC0-B589-4E9A-8A3E-2F1BCBFAB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620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EBF8E03-04EC-D433-5A50-C8DBBEF2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80D2DE77-9B1D-A8F6-39F2-83AB364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76EB72B3-36E6-629C-E1BB-B7FE2C08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49DA9D9B-DDFF-886C-E62B-5016B02F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63112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3C9AF8F-1C68-F68D-8E47-5099453F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8C2006C-C864-1BCA-350D-776A6C90D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B80805E-A7D9-59B1-F7FE-DB493EB7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60880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CB6E9FD-BDCA-8615-5C76-9AE455484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9BEE56B-884A-FF20-6F16-78E1FFA48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1318CFB7-7D0E-5FF6-195E-0D12C73D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A9EA98F-4AB6-617B-0ACB-46F84A97A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5323F00-1778-747D-4CA3-7BE566ED1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2B465A2-907D-FB84-6055-CBFCE4DE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55203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2FA106A-289E-871F-F5F5-8CC8CADF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BEA8EC99-AB5D-08CE-C63E-479D1F26A8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BB75CA46-2A8A-A500-73E6-574585BC6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9CE62B9-52EE-063D-A438-9E61AE151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A824396-F9DB-75DA-33C9-2B779900C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C378360-5782-0A4E-2B7D-485BDFF8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72934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3DEF039-C6BC-A819-D595-4A20803C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03D74BD-55F5-0C77-6FD9-0CF39A901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DAA8960-576B-9503-F8FD-760E173FB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A77FD7E-A75B-13CC-CDBB-C7134997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E207FB3-3023-8836-8CD2-AEE0C530B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7161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133AF92A-CF65-F8BD-9C54-9BD4A8F66A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E3758F1-E76F-F635-23AE-297B21E24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53EEDB9-1BD2-CF0C-1B70-668C29D4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C81EF60-A0DC-1B56-1082-11B501071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74F17FA-932C-6CCC-0DA8-3922C316E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659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DF0BBCCB-73E7-59B5-1FA6-454B65360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1956500C-A04C-EC5C-FB8B-FB20266DF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A44FF6E-D523-BBE0-054B-C69A1CA79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3201DA7-8EE9-7183-0C56-4477E25239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915B221-736A-9F3F-D305-29A35AB23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49133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roduct lumb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69" y="1533445"/>
            <a:ext cx="2227147" cy="1675601"/>
          </a:xfrm>
          <a:prstGeom prst="rect">
            <a:avLst/>
          </a:prstGeom>
        </p:spPr>
      </p:pic>
      <p:sp>
        <p:nvSpPr>
          <p:cNvPr id="101" name="Item Badge 101"/>
          <p:cNvSpPr/>
          <p:nvPr/>
        </p:nvSpPr>
        <p:spPr>
          <a:xfrm rot="-180000">
            <a:off x="1444016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—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86869" y="3285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CRISS CROSS BELT</a:t>
            </a:r>
          </a:p>
        </p:txBody>
      </p:sp>
      <p:pic>
        <p:nvPicPr>
          <p:cNvPr id="13" name="Product tenni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511" y="1533445"/>
            <a:ext cx="2227147" cy="1675601"/>
          </a:xfrm>
          <a:prstGeom prst="rect">
            <a:avLst/>
          </a:prstGeom>
        </p:spPr>
      </p:pic>
      <p:sp>
        <p:nvSpPr>
          <p:cNvPr id="102" name="Item Badge 102"/>
          <p:cNvSpPr/>
          <p:nvPr/>
        </p:nvSpPr>
        <p:spPr>
          <a:xfrm rot="-180000">
            <a:off x="3900658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T91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743511" y="3285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TENNIS BANDAGE</a:t>
            </a:r>
          </a:p>
        </p:txBody>
      </p:sp>
      <p:pic>
        <p:nvPicPr>
          <p:cNvPr id="15" name="Product elb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505" y="1533445"/>
            <a:ext cx="2227147" cy="1687646"/>
          </a:xfrm>
          <a:prstGeom prst="rect">
            <a:avLst/>
          </a:prstGeom>
        </p:spPr>
      </p:pic>
      <p:sp>
        <p:nvSpPr>
          <p:cNvPr id="103" name="Item Badge 103"/>
          <p:cNvSpPr/>
          <p:nvPr/>
        </p:nvSpPr>
        <p:spPr>
          <a:xfrm rot="-180000">
            <a:off x="6341652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T20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184505" y="3285954"/>
            <a:ext cx="2227147" cy="625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WRIST BANDAGE</a:t>
            </a:r>
          </a:p>
        </p:txBody>
      </p:sp>
      <p:pic>
        <p:nvPicPr>
          <p:cNvPr id="17" name="Product pos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869" y="4240445"/>
            <a:ext cx="2227147" cy="1680941"/>
          </a:xfrm>
          <a:prstGeom prst="rect">
            <a:avLst/>
          </a:prstGeom>
        </p:spPr>
      </p:pic>
      <p:sp>
        <p:nvSpPr>
          <p:cNvPr id="104" name="Item Badge 104"/>
          <p:cNvSpPr/>
          <p:nvPr/>
        </p:nvSpPr>
        <p:spPr>
          <a:xfrm rot="-180000">
            <a:off x="1444016" y="4140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49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86869" y="5992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THIGH SUPPORT</a:t>
            </a:r>
          </a:p>
        </p:txBody>
      </p:sp>
      <p:pic>
        <p:nvPicPr>
          <p:cNvPr id="19" name="Product ank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511" y="4240445"/>
            <a:ext cx="2227147" cy="1685087"/>
          </a:xfrm>
          <a:prstGeom prst="rect">
            <a:avLst/>
          </a:prstGeom>
        </p:spPr>
      </p:pic>
      <p:sp>
        <p:nvSpPr>
          <p:cNvPr id="105" name="Item Badge 105"/>
          <p:cNvSpPr/>
          <p:nvPr/>
        </p:nvSpPr>
        <p:spPr>
          <a:xfrm rot="-180000">
            <a:off x="3900658" y="4140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T40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743511" y="5992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PATELLA STRAP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67226" y="391185"/>
            <a:ext cx="4276956" cy="4694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1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ORTHOPEDIC SUPPORT</a:t>
            </a:r>
          </a:p>
        </p:txBody>
      </p:sp>
      <p:sp>
        <p:nvSpPr>
          <p:cNvPr id="22" name="Frame"/>
          <p:cNvSpPr/>
          <p:nvPr/>
        </p:nvSpPr>
        <p:spPr>
          <a:xfrm>
            <a:off x="7667226" y="1199634"/>
            <a:ext cx="3859692" cy="4746378"/>
          </a:xfrm>
          <a:prstGeom prst="snip1Rect">
            <a:avLst>
              <a:gd name="adj" fmla="val 4663"/>
            </a:avLst>
          </a:prstGeom>
          <a:solidFill>
            <a:srgbClr val="140D41"/>
          </a:solidFill>
          <a:ln w="25400">
            <a:solidFill>
              <a:srgbClr val="140D41"/>
            </a:solidFill>
          </a:ln>
        </p:spPr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e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928016" y="2190636"/>
            <a:ext cx="3442428" cy="7823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THERMAL SERIES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28016" y="3025164"/>
            <a:ext cx="3442428" cy="2086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Heat retaining neoprene combined with 100% cotton towel lining provides premium comfort support with thermal benefits to promote faster healing.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07168" y="4485588"/>
            <a:ext cx="2607900" cy="11474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+35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PRODUCTS</a:t>
            </a:r>
          </a:p>
        </p:txBody>
      </p:sp>
      <p:pic>
        <p:nvPicPr>
          <p:cNvPr id="26" name="Foot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2492"/>
            <a:ext cx="12191695" cy="495239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7F9EDEE0-2DB9-525B-A81B-1780EAB062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3282" y="-52660"/>
            <a:ext cx="2227147" cy="1120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duct hallux">
            <a:extLst>
              <a:ext uri="{FF2B5EF4-FFF2-40B4-BE49-F238E27FC236}">
                <a16:creationId xmlns:a16="http://schemas.microsoft.com/office/drawing/2014/main" id="{0129FBF0-4CD4-9501-B074-66144217B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201" y="1214644"/>
            <a:ext cx="2227147" cy="167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178340"/>
      </p:ext>
    </p:extLst>
  </p:cSld>
  <p:clrMapOvr>
    <a:masterClrMapping/>
  </p:clrMapOvr>
</p:sld>
</file>

<file path=ppt/theme/theme1.xml><?xml version="1.0" encoding="utf-8"?>
<a:theme xmlns:a="http://schemas.openxmlformats.org/drawingml/2006/main" name="1_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50</Words>
  <Application>Microsoft Office PowerPoint</Application>
  <PresentationFormat>מסך רחב</PresentationFormat>
  <Paragraphs>15</Paragraphs>
  <Slides>2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1_ערכת נושא Office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3</cp:revision>
  <dcterms:created xsi:type="dcterms:W3CDTF">2026-08-26T14:33:13Z</dcterms:created>
  <dcterms:modified xsi:type="dcterms:W3CDTF">2026-08-27T07:27:53Z</dcterms:modified>
</cp:coreProperties>
</file>