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lifestyle_bg.jpg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Line1"/>
          <p:cNvCxnSpPr/>
          <p:nvPr/>
        </p:nvCxnSpPr>
        <p:spPr>
          <a:xfrm flipH="1">
            <a:off x="1578112" y="2050000"/>
            <a:ext cx="3425888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Line2"/>
          <p:cNvCxnSpPr/>
          <p:nvPr/>
        </p:nvCxnSpPr>
        <p:spPr>
          <a:xfrm flipH="1">
            <a:off x="3837056" y="2050000"/>
            <a:ext cx="1712944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Line3"/>
          <p:cNvCxnSpPr/>
          <p:nvPr/>
        </p:nvCxnSpPr>
        <p:spPr>
          <a:xfrm>
            <a:off x="6096000" y="2050000"/>
            <a:ext cx="1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Line4"/>
          <p:cNvCxnSpPr/>
          <p:nvPr/>
        </p:nvCxnSpPr>
        <p:spPr>
          <a:xfrm>
            <a:off x="6642000" y="2050000"/>
            <a:ext cx="1712944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Line5"/>
          <p:cNvCxnSpPr/>
          <p:nvPr/>
        </p:nvCxnSpPr>
        <p:spPr>
          <a:xfrm>
            <a:off x="7188000" y="2050000"/>
            <a:ext cx="3425888" cy="7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laceholder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03" name="PlaceholderSun1"/>
          <p:cNvSpPr/>
          <p:nvPr/>
        </p:nvSpPr>
        <p:spPr>
          <a:xfrm>
            <a:off x="1182349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4" name="PlaceholderMountain1"/>
          <p:cNvSpPr/>
          <p:nvPr/>
        </p:nvSpPr>
        <p:spPr>
          <a:xfrm>
            <a:off x="1248310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laceholder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13" name="PlaceholderSun2"/>
          <p:cNvSpPr/>
          <p:nvPr/>
        </p:nvSpPr>
        <p:spPr>
          <a:xfrm>
            <a:off x="3441293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4" name="PlaceholderMountain2"/>
          <p:cNvSpPr/>
          <p:nvPr/>
        </p:nvSpPr>
        <p:spPr>
          <a:xfrm>
            <a:off x="3507254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laceholder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PlaceholderSun3"/>
          <p:cNvSpPr/>
          <p:nvPr/>
        </p:nvSpPr>
        <p:spPr>
          <a:xfrm>
            <a:off x="5700237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4" name="PlaceholderMountain3"/>
          <p:cNvSpPr/>
          <p:nvPr/>
        </p:nvSpPr>
        <p:spPr>
          <a:xfrm>
            <a:off x="5766198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laceholder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33" name="PlaceholderSun4"/>
          <p:cNvSpPr/>
          <p:nvPr/>
        </p:nvSpPr>
        <p:spPr>
          <a:xfrm>
            <a:off x="7959181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4" name="PlaceholderMountain4"/>
          <p:cNvSpPr/>
          <p:nvPr/>
        </p:nvSpPr>
        <p:spPr>
          <a:xfrm>
            <a:off x="8025142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laceholder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B9B9C6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43" name="PlaceholderSun5"/>
          <p:cNvSpPr/>
          <p:nvPr/>
        </p:nvSpPr>
        <p:spPr>
          <a:xfrm>
            <a:off x="10218125" y="4576200"/>
            <a:ext cx="146280" cy="146280"/>
          </a:xfrm>
          <a:prstGeom prst="ellipse">
            <a:avLst/>
          </a:prstGeom>
          <a:solidFill>
            <a:srgbClr val="D9D9E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4" name="PlaceholderMountain5"/>
          <p:cNvSpPr/>
          <p:nvPr/>
        </p:nvSpPr>
        <p:spPr>
          <a:xfrm>
            <a:off x="10284086" y="4761488"/>
            <a:ext cx="659604" cy="302312"/>
          </a:xfrm>
          <a:prstGeom prst="triangle">
            <a:avLst/>
          </a:prstGeom>
          <a:solidFill>
            <a:srgbClr val="C7C7D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icalLifestyleCompos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