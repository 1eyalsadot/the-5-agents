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the-5-agents/104e019b-481e-5835-b5aa-7854a99e3b07/scratchpad/budget2027/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user/the-5-agents/svetlana/reference/brand-assets/uriel-standard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968" y="502920"/>
            <a:ext cx="2651760" cy="1006687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0" y="228600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BUDGET 2027</a:t>
            </a:r>
            <a:endParaRPr lang="en-US" sz="7800" dirty="0"/>
          </a:p>
        </p:txBody>
      </p:sp>
      <p:sp>
        <p:nvSpPr>
          <p:cNvPr id="5" name="Text 1"/>
          <p:cNvSpPr txBox="1"/>
          <p:nvPr/>
        </p:nvSpPr>
        <p:spPr>
          <a:xfrm>
            <a:off x="0" y="361188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Sales</a:t>
            </a:r>
            <a:endParaRPr lang="en-US" sz="6200" dirty="0"/>
          </a:p>
        </p:txBody>
      </p:sp>
      <p:sp>
        <p:nvSpPr>
          <p:cNvPr id="6" name="Text 2"/>
          <p:cNvSpPr txBox="1"/>
          <p:nvPr/>
        </p:nvSpPr>
        <p:spPr>
          <a:xfrm>
            <a:off x="0" y="4617720"/>
            <a:ext cx="12191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Assistant" pitchFamily="34" charset="0"/>
                <a:ea typeface="Assistant" pitchFamily="34" charset="-122"/>
                <a:cs typeface="Assistant" pitchFamily="34" charset="-120"/>
              </a:rPr>
              <a:t>Marketing</a:t>
            </a:r>
            <a:endParaRPr lang="en-US" sz="6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2026-10-27T16:48:46Z</dcterms:created>
  <dcterms:modified xsi:type="dcterms:W3CDTF">2026-10-27T16:48:46Z</dcterms:modified>
</cp:coreProperties>
</file>