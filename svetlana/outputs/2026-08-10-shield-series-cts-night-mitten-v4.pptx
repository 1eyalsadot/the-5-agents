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"/>
  </p:notesMasterIdLst>
  <p:sldIdLst>
    <p:sldId id="264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013CB21-68B5-4C28-8C93-C57A3F2FE2FB}" type="datetimeFigureOut">
              <a:rPr lang="he-IL" smtClean="0"/>
              <a:t>כ"ז/אב/תשפ"ו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3AF0939-08F9-4B8E-9DDB-614FC962ED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5593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0972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913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318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003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804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0222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358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981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896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843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977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280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CTS Night Mitten</a:t>
            </a:r>
            <a:r>
              <a:rPr lang="en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- Nighttime Pain Relief Support 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4577" y="994489"/>
            <a:ext cx="3927832" cy="5891732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מסך רחב</PresentationFormat>
  <Paragraphs>6</Paragraphs>
  <Slides>2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8" baseType="lpstr">
      <vt:lpstr>Aptos</vt:lpstr>
      <vt:lpstr>Arial</vt:lpstr>
      <vt:lpstr>Assistant</vt:lpstr>
      <vt:lpstr>Assistant ExtraBold</vt:lpstr>
      <vt:lpstr>Assistant SemiBold</vt:lpstr>
      <vt:lpstr>Simple Light</vt:lpstr>
      <vt:lpstr>מצגת של PowerPoint‏</vt:lpstr>
      <vt:lpstr>CTS Night Mitten - Nighttime Pain Relief Support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2026-08-10T14:47:21Z</dcterms:created>
  <dcterms:modified xsi:type="dcterms:W3CDTF">2026-08-10T14:47:45Z</dcterms:modified>
</cp:coreProperties>
</file>