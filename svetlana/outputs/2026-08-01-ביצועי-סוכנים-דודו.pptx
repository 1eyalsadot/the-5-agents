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דודו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68 סניפי דודו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35,145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הדסה עין כרם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קניון-מודיעין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31,606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34,182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אשדוד סטאר-סנטר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כיכר-ציון  ▲ לשכפל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2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25,396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רחובות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מודיעין ישפרו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בילו סנטר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מלחה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אשקלון גירון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רמות ירושלים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תלפיות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אשדוד סיטי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קרית-גת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קסטינה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בית שמש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אילת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14,169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התמרים אילת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ניות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שער אשקלון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בית-האומות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2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קניון מבשרת (-64%) והרצל רחובות (-52%) מול קצב 2025. מומלץ: לבדוק מיידית מול הסוכן מלאי, סגל ותחרות מקומית בסניפים אלו, לפני שהמגמה ממשיכה.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01591" y="354558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49986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3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3792474"/>
            <a:ext cx="3870655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שדרות (פער +16), שחמון אילת (+12) ויכין-סנטר (+10) — חזקים באורתופדיה יחסית לשאר סניפי דודו, אך מוכרים חלש יחסית אליהם. מומלץ: לחדד תמהיל והצגת הקטגוריה.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01591" y="482269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477697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3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069586"/>
            <a:ext cx="3870655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הר-יונה (+147%), אופקים (+90%) וגאלרי כיכר-ציון (+47%, מדורג #4 בטבלה) מול קצב 2025. מומלץ: לזהות מה עובד בסניפים אלו (מבצע / מלאי / סגל) ולשכפל לסניפים חלשים יותר.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2026-08-01T15:05:11Z</dcterms:created>
  <dcterms:modified xsi:type="dcterms:W3CDTF">2026-08-01T15:05:11Z</dcterms:modified>
</cp:coreProperties>
</file>