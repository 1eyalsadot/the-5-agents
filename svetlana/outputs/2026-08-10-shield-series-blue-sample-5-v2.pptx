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38"/>
  </p:notesMasterIdLst>
  <p:sldIdLst>
    <p:sldId id="299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B6D4F-B1D7-4619-80C9-AC8A15C04D39}" v="22" dt="2026-08-09T15:24:58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40" Type="http://schemas.openxmlformats.org/officeDocument/2006/relationships/viewProps" Target="viewProps.xml"/><Relationship Id="rId44" Type="http://schemas.microsoft.com/office/2015/10/relationships/revisionInfo" Target="revisionInfo.xml"/><Relationship Id="rId43" Type="http://schemas.microsoft.com/office/2016/11/relationships/changesInfo" Target="changesInfos/changesInfo1.xml"/>  
  
  
  
  <Relationship Id="rId49" Type="http://schemas.openxmlformats.org/officeDocument/2006/relationships/slide" Target="slides/slide40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 sldOrd">
      <pc:chgData name="Eyal Sadot" userId="9c57a40b-08c8-435b-851c-1854c25cf41d" providerId="ADAL" clId="{02003448-2CBC-42C7-80BD-DC4C07BEB2CD}" dt="2026-08-09T15:25:47.452" v="40" actId="47"/>
      <pc:docMkLst>
        <pc:docMk/>
      </pc:docMkLst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59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0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1"/>
        </pc:sldMkLst>
      </pc:sldChg>
      <pc:sldChg chg="add ord">
        <pc:chgData name="Eyal Sadot" userId="9c57a40b-08c8-435b-851c-1854c25cf41d" providerId="ADAL" clId="{02003448-2CBC-42C7-80BD-DC4C07BEB2CD}" dt="2026-08-09T08:48:44.461" v="8"/>
        <pc:sldMkLst>
          <pc:docMk/>
          <pc:sldMk cId="0" sldId="262"/>
        </pc:sldMkLst>
      </pc:sldChg>
      <pc:sldChg chg="modSp add ord">
        <pc:chgData name="Eyal Sadot" userId="9c57a40b-08c8-435b-851c-1854c25cf41d" providerId="ADAL" clId="{02003448-2CBC-42C7-80BD-DC4C07BEB2CD}" dt="2026-08-09T08:40:26.622" v="6"/>
        <pc:sldMkLst>
          <pc:docMk/>
          <pc:sldMk cId="0" sldId="263"/>
        </pc:sldMkLst>
        <pc:spChg chg="mod">
          <ac:chgData name="Eyal Sadot" userId="9c57a40b-08c8-435b-851c-1854c25cf41d" providerId="ADAL" clId="{02003448-2CBC-42C7-80BD-DC4C07BEB2CD}" dt="2026-08-09T08:37:26.117" v="2" actId="20578"/>
          <ac:spMkLst>
            <pc:docMk/>
            <pc:sldMk cId="0" sldId="263"/>
            <ac:spMk id="3" creationId="{00000000-0000-0000-0000-000000000000}"/>
          </ac:spMkLst>
        </pc:spChg>
      </pc:sldChg>
      <pc:sldChg chg="add ord">
        <pc:chgData name="Eyal Sadot" userId="9c57a40b-08c8-435b-851c-1854c25cf41d" providerId="ADAL" clId="{02003448-2CBC-42C7-80BD-DC4C07BEB2CD}" dt="2026-08-09T15:05:23.612" v="14"/>
        <pc:sldMkLst>
          <pc:docMk/>
          <pc:sldMk cId="0" sldId="264"/>
        </pc:sldMkLst>
      </pc:sldChg>
      <pc:sldChg chg="add ord">
        <pc:chgData name="Eyal Sadot" userId="9c57a40b-08c8-435b-851c-1854c25cf41d" providerId="ADAL" clId="{02003448-2CBC-42C7-80BD-DC4C07BEB2CD}" dt="2026-08-09T15:05:30.730" v="18"/>
        <pc:sldMkLst>
          <pc:docMk/>
          <pc:sldMk cId="0" sldId="265"/>
        </pc:sldMkLst>
      </pc:sldChg>
      <pc:sldChg chg="add ord">
        <pc:chgData name="Eyal Sadot" userId="9c57a40b-08c8-435b-851c-1854c25cf41d" providerId="ADAL" clId="{02003448-2CBC-42C7-80BD-DC4C07BEB2CD}" dt="2026-08-09T15:05:14.490" v="12"/>
        <pc:sldMkLst>
          <pc:docMk/>
          <pc:sldMk cId="0" sldId="266"/>
        </pc:sldMkLst>
      </pc:sldChg>
      <pc:sldChg chg="add ord">
        <pc:chgData name="Eyal Sadot" userId="9c57a40b-08c8-435b-851c-1854c25cf41d" providerId="ADAL" clId="{02003448-2CBC-42C7-80BD-DC4C07BEB2CD}" dt="2026-08-09T15:06:09.387" v="22"/>
        <pc:sldMkLst>
          <pc:docMk/>
          <pc:sldMk cId="0" sldId="267"/>
        </pc:sldMkLst>
      </pc:sldChg>
      <pc:sldChg chg="add ord">
        <pc:chgData name="Eyal Sadot" userId="9c57a40b-08c8-435b-851c-1854c25cf41d" providerId="ADAL" clId="{02003448-2CBC-42C7-80BD-DC4C07BEB2CD}" dt="2026-08-09T15:05:34.117" v="20"/>
        <pc:sldMkLst>
          <pc:docMk/>
          <pc:sldMk cId="0" sldId="268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69"/>
        </pc:sldMkLst>
      </pc:sldChg>
      <pc:sldChg chg="modSp add mod">
        <pc:chgData name="Eyal Sadot" userId="9c57a40b-08c8-435b-851c-1854c25cf41d" providerId="ADAL" clId="{02003448-2CBC-42C7-80BD-DC4C07BEB2CD}" dt="2026-08-09T15:08:49.456" v="31" actId="732"/>
        <pc:sldMkLst>
          <pc:docMk/>
          <pc:sldMk cId="0" sldId="270"/>
        </pc:sldMkLst>
        <pc:picChg chg="mod modCrop">
          <ac:chgData name="Eyal Sadot" userId="9c57a40b-08c8-435b-851c-1854c25cf41d" providerId="ADAL" clId="{02003448-2CBC-42C7-80BD-DC4C07BEB2CD}" dt="2026-08-09T15:08:49.132" v="30" actId="732"/>
          <ac:picMkLst>
            <pc:docMk/>
            <pc:sldMk cId="0" sldId="270"/>
            <ac:picMk id="17" creationId="{00000000-0000-0000-0000-000000000000}"/>
          </ac:picMkLst>
        </pc:picChg>
        <pc:picChg chg="mod modCrop">
          <ac:chgData name="Eyal Sadot" userId="9c57a40b-08c8-435b-851c-1854c25cf41d" providerId="ADAL" clId="{02003448-2CBC-42C7-80BD-DC4C07BEB2CD}" dt="2026-08-09T15:08:49.456" v="31" actId="732"/>
          <ac:picMkLst>
            <pc:docMk/>
            <pc:sldMk cId="0" sldId="270"/>
            <ac:picMk id="19" creationId="{00000000-0000-0000-0000-000000000000}"/>
          </ac:picMkLst>
        </pc:picChg>
      </pc:sldChg>
      <pc:sldChg chg="add del">
        <pc:chgData name="Eyal Sadot" userId="9c57a40b-08c8-435b-851c-1854c25cf41d" providerId="ADAL" clId="{02003448-2CBC-42C7-80BD-DC4C07BEB2CD}" dt="2026-08-09T15:25:38.461" v="38" actId="47"/>
        <pc:sldMkLst>
          <pc:docMk/>
          <pc:sldMk cId="0" sldId="271"/>
        </pc:sldMkLst>
      </pc:sldChg>
      <pc:sldChg chg="addSp modSp mod">
        <pc:chgData name="Eyal Sadot" userId="9c57a40b-08c8-435b-851c-1854c25cf41d" providerId="ADAL" clId="{02003448-2CBC-42C7-80BD-DC4C07BEB2CD}" dt="2026-08-09T15:08:05.124" v="27" actId="167"/>
        <pc:sldMkLst>
          <pc:docMk/>
          <pc:sldMk cId="0" sldId="274"/>
        </pc:sldMkLst>
        <pc:spChg chg="add mod ord">
          <ac:chgData name="Eyal Sadot" userId="9c57a40b-08c8-435b-851c-1854c25cf41d" providerId="ADAL" clId="{02003448-2CBC-42C7-80BD-DC4C07BEB2CD}" dt="2026-08-09T15:08:05.124" v="27" actId="167"/>
          <ac:spMkLst>
            <pc:docMk/>
            <pc:sldMk cId="0" sldId="274"/>
            <ac:spMk id="3" creationId="{AFB7070D-59E6-87F7-AF87-DC8CBD2A72E0}"/>
          </ac:spMkLst>
        </pc:spChg>
      </pc:sldChg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77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6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7"/>
        </pc:sldMkLst>
      </pc:sldChg>
      <pc:sldChg chg="add ord">
        <pc:chgData name="Eyal Sadot" userId="9c57a40b-08c8-435b-851c-1854c25cf41d" providerId="ADAL" clId="{02003448-2CBC-42C7-80BD-DC4C07BEB2CD}" dt="2026-08-09T08:36:27.543" v="1"/>
        <pc:sldMkLst>
          <pc:docMk/>
          <pc:sldMk cId="0" sldId="288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9"/>
        </pc:sldMkLst>
      </pc:sldChg>
      <pc:sldChg chg="add">
        <pc:chgData name="Eyal Sadot" userId="9c57a40b-08c8-435b-851c-1854c25cf41d" providerId="ADAL" clId="{02003448-2CBC-42C7-80BD-DC4C07BEB2CD}" dt="2026-08-09T09:27:18.501" v="9"/>
        <pc:sldMkLst>
          <pc:docMk/>
          <pc:sldMk cId="0" sldId="290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91"/>
        </pc:sldMkLst>
      </pc:sldChg>
      <pc:sldChg chg="modSp add mod">
        <pc:chgData name="Eyal Sadot" userId="9c57a40b-08c8-435b-851c-1854c25cf41d" providerId="ADAL" clId="{02003448-2CBC-42C7-80BD-DC4C07BEB2CD}" dt="2026-08-09T15:07:29.397" v="24" actId="14100"/>
        <pc:sldMkLst>
          <pc:docMk/>
          <pc:sldMk cId="0" sldId="292"/>
        </pc:sldMkLst>
        <pc:spChg chg="mod">
          <ac:chgData name="Eyal Sadot" userId="9c57a40b-08c8-435b-851c-1854c25cf41d" providerId="ADAL" clId="{02003448-2CBC-42C7-80BD-DC4C07BEB2CD}" dt="2026-08-09T15:07:29.397" v="24" actId="14100"/>
          <ac:spMkLst>
            <pc:docMk/>
            <pc:sldMk cId="0" sldId="292"/>
            <ac:spMk id="10" creationId="{00000000-0000-0000-0000-000000000000}"/>
          </ac:spMkLst>
        </pc:spChg>
      </pc:sldChg>
      <pc:sldChg chg="addSp modSp add del mod setBg">
        <pc:chgData name="Eyal Sadot" userId="9c57a40b-08c8-435b-851c-1854c25cf41d" providerId="ADAL" clId="{02003448-2CBC-42C7-80BD-DC4C07BEB2CD}" dt="2026-08-09T15:25:47.452" v="40" actId="47"/>
        <pc:sldMkLst>
          <pc:docMk/>
          <pc:sldMk cId="0" sldId="293"/>
        </pc:sldMkLst>
        <pc:picChg chg="add mod">
          <ac:chgData name="Eyal Sadot" userId="9c57a40b-08c8-435b-851c-1854c25cf41d" providerId="ADAL" clId="{02003448-2CBC-42C7-80BD-DC4C07BEB2CD}" dt="2026-08-09T15:25:24.337" v="37" actId="1076"/>
          <ac:picMkLst>
            <pc:docMk/>
            <pc:sldMk cId="0" sldId="293"/>
            <ac:picMk id="3" creationId="{FFC91239-A223-E446-D711-F089873F7134}"/>
          </ac:picMkLst>
        </pc:picChg>
      </pc:sldChg>
      <pc:sldChg chg="add">
        <pc:chgData name="Eyal Sadot" userId="9c57a40b-08c8-435b-851c-1854c25cf41d" providerId="ADAL" clId="{02003448-2CBC-42C7-80BD-DC4C07BEB2CD}" dt="2026-08-09T15:24:38.428" v="34"/>
        <pc:sldMkLst>
          <pc:docMk/>
          <pc:sldMk cId="0" sldId="294"/>
        </pc:sldMkLst>
      </pc:sldChg>
      <pc:sldChg chg="add del">
        <pc:chgData name="Eyal Sadot" userId="9c57a40b-08c8-435b-851c-1854c25cf41d" providerId="ADAL" clId="{02003448-2CBC-42C7-80BD-DC4C07BEB2CD}" dt="2026-08-09T15:25:45.227" v="39" actId="47"/>
        <pc:sldMkLst>
          <pc:docMk/>
          <pc:sldMk cId="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749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299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813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45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024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951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590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05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4539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1567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008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525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" Type="http://schemas.openxmlformats.org/officeDocument/2006/relationships/image" Target="../media/taluair-diagram.png"/><Relationship Id="rId11" Type="http://schemas.openxmlformats.org/officeDocument/2006/relationships/image" Target="../media/image87.png"/></Relationships>
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Panel"/>
          <p:cNvSpPr/>
          <p:nvPr/>
        </p:nvSpPr>
        <p:spPr>
          <a:xfrm>
            <a:off x="482202" y="208305"/>
            <a:ext cx="4225452" cy="5920587"/>
          </a:xfrm>
          <a:prstGeom prst="snip1Rect">
            <a:avLst>
              <a:gd name="adj" fmla="val 4663"/>
            </a:avLst>
          </a:prstGeom>
          <a:solidFill>
            <a:srgbClr val="FFFFFF"/>
          </a:solidFill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151" name="TextBox 151"/>
          <p:cNvSpPr txBox="1"/>
          <p:nvPr/>
        </p:nvSpPr>
        <p:spPr>
          <a:xfrm>
            <a:off x="665082" y="391185"/>
            <a:ext cx="3859692" cy="469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ANKLE SUPPORT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925872" y="1440000"/>
            <a:ext cx="3338112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TaluAir Shield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Ankle Stabilizer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925872" y="2470000"/>
            <a:ext cx="3338112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DUAL-SIDED ANKLE BRACE WITH AIR CUSHIONS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925872" y="2980000"/>
            <a:ext cx="3338112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TaluAir Shield Ankle Stabilizer is a rigid ankle brace that restricts side-to-side movement and delivers strong lateral stabilization after acute sprains, ligament injuries, or instability. The inflatable cushions allow a customized fit and help reduce swelling during the critical first days of recovery.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925872" y="4780000"/>
            <a:ext cx="3338112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Medical Indications: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Acute ankle sprains, chronic instability, lateral ligament injuries, post-trauma stabilization, early rehabilitation phase.</a:t>
            </a:r>
          </a:p>
        </p:txBody>
      </p:sp>
      <p:pic>
        <p:nvPicPr>
          <p:cNvPr id="157" name="TaluAir Product Diagra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6627" y="1493584"/>
            <a:ext cx="5486400" cy="3350029"/>
          </a:xfrm>
          <a:prstGeom prst="rect">
            <a:avLst/>
          </a:prstGeom>
          <a:effectLst>
            <a:outerShdw blurRad="90000" dist="38100" dir="5400000" rotWithShape="0">
              <a:srgbClr val="000000">
                <a:alpha val="38000"/>
              </a:srgbClr>
            </a:outerShdw>
          </a:effectLst>
        </p:spPr>
      </p:pic>
      <p:pic>
        <p:nvPicPr>
          <p:cNvPr id="158" name="Foot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1495</Words>
  <Application>Microsoft Office PowerPoint</Application>
  <PresentationFormat>מסך רחב</PresentationFormat>
  <Paragraphs>313</Paragraphs>
  <Slides>35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Office Theme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3</cp:revision>
  <dcterms:created xsi:type="dcterms:W3CDTF">2026-08-02T08:27:24Z</dcterms:created>
  <dcterms:modified xsi:type="dcterms:W3CDTF">2026-08-09T15:25:47Z</dcterms:modified>
</cp:coreProperties>
</file>