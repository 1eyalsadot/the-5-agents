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6"/>
    <p:sldId id="273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F4BD8-F229-4431-B6C5-7F3835129780}" v="2" dt="2026-08-02T09:10:1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modSld">
      <pc:chgData name="Eyal Sadot" userId="9c57a40b-08c8-435b-851c-1854c25cf41d" providerId="ADAL" clId="{02003448-2CBC-42C7-80BD-DC4C07BEB2CD}" dt="2026-08-02T09:12:25.854" v="70" actId="1076"/>
      <pc:docMkLst>
        <pc:docMk/>
      </pc:docMkLst>
      <pc:sldChg chg="addSp delSp modSp mod">
        <pc:chgData name="Eyal Sadot" userId="9c57a40b-08c8-435b-851c-1854c25cf41d" providerId="ADAL" clId="{02003448-2CBC-42C7-80BD-DC4C07BEB2CD}" dt="2026-08-02T09:03:10.866" v="11" actId="1076"/>
        <pc:sldMkLst>
          <pc:docMk/>
          <pc:sldMk cId="0" sldId="257"/>
        </pc:sldMkLst>
        <pc:picChg chg="del">
          <ac:chgData name="Eyal Sadot" userId="9c57a40b-08c8-435b-851c-1854c25cf41d" providerId="ADAL" clId="{02003448-2CBC-42C7-80BD-DC4C07BEB2CD}" dt="2026-08-02T09:02:06.761" v="0" actId="478"/>
          <ac:picMkLst>
            <pc:docMk/>
            <pc:sldMk cId="0" sldId="257"/>
            <ac:picMk id="13" creationId="{00000000-0000-0000-0000-000000000000}"/>
          </ac:picMkLst>
        </pc:picChg>
        <pc:picChg chg="add del mod">
          <ac:chgData name="Eyal Sadot" userId="9c57a40b-08c8-435b-851c-1854c25cf41d" providerId="ADAL" clId="{02003448-2CBC-42C7-80BD-DC4C07BEB2CD}" dt="2026-08-02T09:03:01.946" v="7" actId="478"/>
          <ac:picMkLst>
            <pc:docMk/>
            <pc:sldMk cId="0" sldId="257"/>
            <ac:picMk id="19" creationId="{8350A49D-E619-781B-8017-D69CEDD6C71F}"/>
          </ac:picMkLst>
        </pc:picChg>
        <pc:picChg chg="add mod">
          <ac:chgData name="Eyal Sadot" userId="9c57a40b-08c8-435b-851c-1854c25cf41d" providerId="ADAL" clId="{02003448-2CBC-42C7-80BD-DC4C07BEB2CD}" dt="2026-08-02T09:03:10.866" v="11" actId="1076"/>
          <ac:picMkLst>
            <pc:docMk/>
            <pc:sldMk cId="0" sldId="257"/>
            <ac:picMk id="20" creationId="{254F9536-A78F-490B-475B-7A0EE7125CF2}"/>
          </ac:picMkLst>
        </pc:picChg>
      </pc:sldChg>
      <pc:sldChg chg="addSp modSp mod">
        <pc:chgData name="Eyal Sadot" userId="9c57a40b-08c8-435b-851c-1854c25cf41d" providerId="ADAL" clId="{02003448-2CBC-42C7-80BD-DC4C07BEB2CD}" dt="2026-08-02T09:08:10.320" v="13" actId="1076"/>
        <pc:sldMkLst>
          <pc:docMk/>
          <pc:sldMk cId="0" sldId="258"/>
        </pc:sldMkLst>
        <pc:picChg chg="add mod">
          <ac:chgData name="Eyal Sadot" userId="9c57a40b-08c8-435b-851c-1854c25cf41d" providerId="ADAL" clId="{02003448-2CBC-42C7-80BD-DC4C07BEB2CD}" dt="2026-08-02T09:08:10.320" v="13" actId="1076"/>
          <ac:picMkLst>
            <pc:docMk/>
            <pc:sldMk cId="0" sldId="258"/>
            <ac:picMk id="32" creationId="{16A674BC-C34D-C992-3B1A-8F6EC6A2EB78}"/>
          </ac:picMkLst>
        </pc:picChg>
      </pc:sldChg>
      <pc:sldChg chg="modSp mod">
        <pc:chgData name="Eyal Sadot" userId="9c57a40b-08c8-435b-851c-1854c25cf41d" providerId="ADAL" clId="{02003448-2CBC-42C7-80BD-DC4C07BEB2CD}" dt="2026-08-02T09:12:25.854" v="70" actId="1076"/>
        <pc:sldMkLst>
          <pc:docMk/>
          <pc:sldMk cId="0" sldId="259"/>
        </pc:sldMkLst>
        <pc:picChg chg="mod">
          <ac:chgData name="Eyal Sadot" userId="9c57a40b-08c8-435b-851c-1854c25cf41d" providerId="ADAL" clId="{02003448-2CBC-42C7-80BD-DC4C07BEB2CD}" dt="2026-08-02T09:12:25.854" v="70" actId="1076"/>
          <ac:picMkLst>
            <pc:docMk/>
            <pc:sldMk cId="0" sldId="259"/>
            <ac:picMk id="6" creationId="{00000000-0000-0000-0000-000000000000}"/>
          </ac:picMkLst>
        </pc:picChg>
      </pc:sldChg>
      <pc:sldChg chg="addSp modSp new mod">
        <pc:chgData name="Eyal Sadot" userId="9c57a40b-08c8-435b-851c-1854c25cf41d" providerId="ADAL" clId="{02003448-2CBC-42C7-80BD-DC4C07BEB2CD}" dt="2026-08-02T09:08:25.838" v="16" actId="1076"/>
        <pc:sldMkLst>
          <pc:docMk/>
          <pc:sldMk cId="3153361845" sldId="260"/>
        </pc:sldMkLst>
        <pc:picChg chg="add mod">
          <ac:chgData name="Eyal Sadot" userId="9c57a40b-08c8-435b-851c-1854c25cf41d" providerId="ADAL" clId="{02003448-2CBC-42C7-80BD-DC4C07BEB2CD}" dt="2026-08-02T09:08:25.838" v="16" actId="1076"/>
          <ac:picMkLst>
            <pc:docMk/>
            <pc:sldMk cId="3153361845" sldId="260"/>
            <ac:picMk id="3" creationId="{2DC125DC-C58B-A807-085B-34B773050932}"/>
          </ac:picMkLst>
        </pc:picChg>
      </pc:sldChg>
      <pc:sldChg chg="addSp modSp add mod">
        <pc:chgData name="Eyal Sadot" userId="9c57a40b-08c8-435b-851c-1854c25cf41d" providerId="ADAL" clId="{02003448-2CBC-42C7-80BD-DC4C07BEB2CD}" dt="2026-08-02T09:10:29.998" v="69" actId="20577"/>
        <pc:sldMkLst>
          <pc:docMk/>
          <pc:sldMk cId="3390277075" sldId="273"/>
        </pc:sldMkLst>
        <pc:spChg chg="add mod">
          <ac:chgData name="Eyal Sadot" userId="9c57a40b-08c8-435b-851c-1854c25cf41d" providerId="ADAL" clId="{02003448-2CBC-42C7-80BD-DC4C07BEB2CD}" dt="2026-08-02T09:09:59.331" v="26" actId="1076"/>
          <ac:spMkLst>
            <pc:docMk/>
            <pc:sldMk cId="3390277075" sldId="273"/>
            <ac:spMk id="2" creationId="{A08415F6-86FC-B0C3-2FBF-3726C7269826}"/>
          </ac:spMkLst>
        </pc:spChg>
        <pc:spChg chg="add mod">
          <ac:chgData name="Eyal Sadot" userId="9c57a40b-08c8-435b-851c-1854c25cf41d" providerId="ADAL" clId="{02003448-2CBC-42C7-80BD-DC4C07BEB2CD}" dt="2026-08-02T09:09:50.263" v="23" actId="1076"/>
          <ac:spMkLst>
            <pc:docMk/>
            <pc:sldMk cId="3390277075" sldId="273"/>
            <ac:spMk id="5" creationId="{E61DB7B0-CC15-56FD-643B-A9E870BF1348}"/>
          </ac:spMkLst>
        </pc:spChg>
        <pc:spChg chg="add mod">
          <ac:chgData name="Eyal Sadot" userId="9c57a40b-08c8-435b-851c-1854c25cf41d" providerId="ADAL" clId="{02003448-2CBC-42C7-80BD-DC4C07BEB2CD}" dt="2026-08-02T09:10:02.456" v="28" actId="1076"/>
          <ac:spMkLst>
            <pc:docMk/>
            <pc:sldMk cId="3390277075" sldId="273"/>
            <ac:spMk id="7" creationId="{48113E13-505A-60B9-7D28-A52D1F7B06BD}"/>
          </ac:spMkLst>
        </pc:spChg>
        <pc:spChg chg="add mod">
          <ac:chgData name="Eyal Sadot" userId="9c57a40b-08c8-435b-851c-1854c25cf41d" providerId="ADAL" clId="{02003448-2CBC-42C7-80BD-DC4C07BEB2CD}" dt="2026-08-02T09:10:29.998" v="69" actId="20577"/>
          <ac:spMkLst>
            <pc:docMk/>
            <pc:sldMk cId="3390277075" sldId="273"/>
            <ac:spMk id="8" creationId="{BE62AA7F-DA22-DEA7-0CE8-AF07616112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6000">
            <a:off x="-1173142" y="-442545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" name="Image 0" descr="/tmp/claude-0/-home-user-the-5-agents/104e019b-481e-5835-b5aa-7854a99e3b07/scratchpad/uriel/assets/logo_uri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1417320" cy="538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ORTHOTICS &amp;</a:t>
            </a:r>
            <a:endParaRPr lang="en-US" sz="3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FOOTCARE MANUFACTURER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49808" y="3264408"/>
            <a:ext cx="2482537" cy="3383280"/>
          </a:xfrm>
          <a:prstGeom prst="snip1Rect">
            <a:avLst>
              <a:gd name="adj" fmla="val 12892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1" descr="/tmp/claude-0/-home-user-the-5-agents/104e019b-481e-5835-b5aa-7854a99e3b07/scratchpad/uriel/assets/runner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63240"/>
            <a:ext cx="2482537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34097" y="3063240"/>
            <a:ext cx="8108959" cy="3383280"/>
          </a:xfrm>
          <a:prstGeom prst="snip1Rect">
            <a:avLst>
              <a:gd name="adj" fmla="val 14865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4"/>
          <p:cNvSpPr/>
          <p:nvPr/>
        </p:nvSpPr>
        <p:spPr>
          <a:xfrm>
            <a:off x="3826706" y="3220000"/>
            <a:ext cx="752374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URIEL, we develop, manufacture, and market the most exceptional medical devices and services for a variety of different purposes.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products combine updated and state-of-the-art design, impact driven, high quality and innovative technologies all to provide the most efficient solutions, from injury prevention to rehabilitation, with a high level of performance, based on more than 50 years of practical experience and research.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buNone/>
            </a:pPr>
            <a:r>
              <a:rPr lang="en-US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 is to inspire and motivate people, at any age, to live a more fulfilling and active life."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8214055" y="6135624"/>
            <a:ext cx="3063240" cy="530352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6"/>
          <p:cNvSpPr/>
          <p:nvPr/>
        </p:nvSpPr>
        <p:spPr>
          <a:xfrm>
            <a:off x="8214055" y="613562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&amp; MISSION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72000">
            <a:off x="7818120" y="-2103120"/>
            <a:ext cx="6675120" cy="108813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9281160" y="685800"/>
            <a:ext cx="2453335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434840" cy="975156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1" name="flagpart"/>
          <p:cNvSpPr/>
          <p:nvPr/>
        </p:nvSpPr>
        <p:spPr>
          <a:xfrm>
            <a:off x="826124" y="632920"/>
            <a:ext cx="332000" cy="73666"/>
          </a:xfrm>
          <a:prstGeom prst="rect">
            <a:avLst/>
          </a:prstGeom>
          <a:solidFill>
            <a:srgbClr val="AE1C28"/>
          </a:solidFill>
        </p:spPr>
        <p:txBody>
          <a:bodyPr/>
          <a:lstStyle/>
          <a:p>
            <a:endParaRPr lang="he-IL"/>
          </a:p>
        </p:txBody>
      </p:sp>
      <p:sp>
        <p:nvSpPr>
          <p:cNvPr id="102" name="flagpart"/>
          <p:cNvSpPr/>
          <p:nvPr/>
        </p:nvSpPr>
        <p:spPr>
          <a:xfrm>
            <a:off x="826124" y="706586"/>
            <a:ext cx="332000" cy="73666"/>
          </a:xfrm>
          <a:prstGeom prst="rect">
            <a:avLst/>
          </a:prstGeom>
          <a:solidFill>
            <a:srgbClr val="FFFFFF"/>
          </a:solidFill>
          <a:ln w="3175">
            <a:solidFill>
              <a:srgbClr val="E6E6EC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103" name="flagpart"/>
          <p:cNvSpPr/>
          <p:nvPr/>
        </p:nvSpPr>
        <p:spPr>
          <a:xfrm>
            <a:off x="826124" y="780253"/>
            <a:ext cx="332000" cy="73666"/>
          </a:xfrm>
          <a:prstGeom prst="rect">
            <a:avLst/>
          </a:prstGeom>
          <a:solidFill>
            <a:srgbClr val="21468B"/>
          </a:solidFill>
        </p:spPr>
        <p:txBody>
          <a:bodyPr/>
          <a:lstStyle/>
          <a:p>
            <a:endParaRPr lang="he-IL"/>
          </a:p>
        </p:txBody>
      </p:sp>
      <p:sp>
        <p:nvSpPr>
          <p:cNvPr id="104" name="flaglabel"/>
          <p:cNvSpPr/>
          <p:nvPr/>
        </p:nvSpPr>
        <p:spPr>
          <a:xfrm>
            <a:off x="548640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Netherlands</a:t>
            </a:r>
            <a:endParaRPr lang="en-US" sz="900" dirty="0"/>
          </a:p>
        </p:txBody>
      </p:sp>
      <p:sp>
        <p:nvSpPr>
          <p:cNvPr id="105" name="flagpart"/>
          <p:cNvSpPr/>
          <p:nvPr/>
        </p:nvSpPr>
        <p:spPr>
          <a:xfrm>
            <a:off x="1713092" y="632920"/>
            <a:ext cx="332000" cy="221000"/>
          </a:xfrm>
          <a:prstGeom prst="rect">
            <a:avLst/>
          </a:prstGeom>
          <a:solidFill>
            <a:srgbClr val="DA291C"/>
          </a:solidFill>
        </p:spPr>
        <p:txBody>
          <a:bodyPr/>
          <a:lstStyle/>
          <a:p>
            <a:endParaRPr lang="he-IL"/>
          </a:p>
        </p:txBody>
      </p:sp>
      <p:sp>
        <p:nvSpPr>
          <p:cNvPr id="106" name="flagpart"/>
          <p:cNvSpPr/>
          <p:nvPr/>
        </p:nvSpPr>
        <p:spPr>
          <a:xfrm>
            <a:off x="1782812" y="721320"/>
            <a:ext cx="192560" cy="442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he-IL"/>
          </a:p>
        </p:txBody>
      </p:sp>
      <p:sp>
        <p:nvSpPr>
          <p:cNvPr id="107" name="flagpart"/>
          <p:cNvSpPr/>
          <p:nvPr/>
        </p:nvSpPr>
        <p:spPr>
          <a:xfrm>
            <a:off x="1845892" y="679330"/>
            <a:ext cx="66400" cy="128179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he-IL"/>
          </a:p>
        </p:txBody>
      </p:sp>
      <p:sp>
        <p:nvSpPr>
          <p:cNvPr id="108" name="flaglabel"/>
          <p:cNvSpPr/>
          <p:nvPr/>
        </p:nvSpPr>
        <p:spPr>
          <a:xfrm>
            <a:off x="1435608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Switzerland</a:t>
            </a:r>
            <a:endParaRPr lang="en-US" sz="900" dirty="0"/>
          </a:p>
        </p:txBody>
      </p:sp>
      <p:sp>
        <p:nvSpPr>
          <p:cNvPr id="109" name="flagpart"/>
          <p:cNvSpPr/>
          <p:nvPr/>
        </p:nvSpPr>
        <p:spPr>
          <a:xfrm>
            <a:off x="2600060" y="632920"/>
            <a:ext cx="332000" cy="73666"/>
          </a:xfrm>
          <a:prstGeom prst="rect">
            <a:avLst/>
          </a:prstGeom>
          <a:solidFill>
            <a:srgbClr val="ED2939"/>
          </a:solidFill>
        </p:spPr>
        <p:txBody>
          <a:bodyPr/>
          <a:lstStyle/>
          <a:p>
            <a:endParaRPr lang="he-IL"/>
          </a:p>
        </p:txBody>
      </p:sp>
      <p:sp>
        <p:nvSpPr>
          <p:cNvPr id="110" name="flagpart"/>
          <p:cNvSpPr/>
          <p:nvPr/>
        </p:nvSpPr>
        <p:spPr>
          <a:xfrm>
            <a:off x="2600060" y="706586"/>
            <a:ext cx="332000" cy="7366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he-IL"/>
          </a:p>
        </p:txBody>
      </p:sp>
      <p:sp>
        <p:nvSpPr>
          <p:cNvPr id="111" name="flagpart"/>
          <p:cNvSpPr/>
          <p:nvPr/>
        </p:nvSpPr>
        <p:spPr>
          <a:xfrm>
            <a:off x="2600060" y="780253"/>
            <a:ext cx="332000" cy="73666"/>
          </a:xfrm>
          <a:prstGeom prst="rect">
            <a:avLst/>
          </a:prstGeom>
          <a:solidFill>
            <a:srgbClr val="ED2939"/>
          </a:solidFill>
        </p:spPr>
        <p:txBody>
          <a:bodyPr/>
          <a:lstStyle/>
          <a:p>
            <a:endParaRPr lang="he-IL"/>
          </a:p>
        </p:txBody>
      </p:sp>
      <p:sp>
        <p:nvSpPr>
          <p:cNvPr id="112" name="flaglabel"/>
          <p:cNvSpPr/>
          <p:nvPr/>
        </p:nvSpPr>
        <p:spPr>
          <a:xfrm>
            <a:off x="2322576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Austria</a:t>
            </a:r>
            <a:endParaRPr lang="en-US" sz="900" dirty="0"/>
          </a:p>
        </p:txBody>
      </p:sp>
      <p:sp>
        <p:nvSpPr>
          <p:cNvPr id="113" name="flagpart"/>
          <p:cNvSpPr/>
          <p:nvPr/>
        </p:nvSpPr>
        <p:spPr>
          <a:xfrm>
            <a:off x="3487028" y="632920"/>
            <a:ext cx="332000" cy="221000"/>
          </a:xfrm>
          <a:prstGeom prst="rect">
            <a:avLst/>
          </a:prstGeom>
          <a:solidFill>
            <a:srgbClr val="FFFFFF"/>
          </a:solidFill>
          <a:ln w="3175">
            <a:solidFill>
              <a:srgbClr val="E6E6EC"/>
            </a:solidFill>
          </a:ln>
        </p:spPr>
        <p:txBody>
          <a:bodyPr/>
          <a:lstStyle/>
          <a:p>
            <a:endParaRPr lang="he-IL"/>
          </a:p>
        </p:txBody>
      </p:sp>
      <p:sp>
        <p:nvSpPr>
          <p:cNvPr id="114" name="flagpart"/>
          <p:cNvSpPr/>
          <p:nvPr/>
        </p:nvSpPr>
        <p:spPr>
          <a:xfrm>
            <a:off x="3487028" y="659440"/>
            <a:ext cx="332000" cy="33150"/>
          </a:xfrm>
          <a:prstGeom prst="rect">
            <a:avLst/>
          </a:prstGeom>
          <a:solidFill>
            <a:srgbClr val="0038B8"/>
          </a:solidFill>
        </p:spPr>
        <p:txBody>
          <a:bodyPr/>
          <a:lstStyle/>
          <a:p>
            <a:endParaRPr lang="he-IL"/>
          </a:p>
        </p:txBody>
      </p:sp>
      <p:sp>
        <p:nvSpPr>
          <p:cNvPr id="115" name="flagpart"/>
          <p:cNvSpPr/>
          <p:nvPr/>
        </p:nvSpPr>
        <p:spPr>
          <a:xfrm>
            <a:off x="3487028" y="794250"/>
            <a:ext cx="332000" cy="33150"/>
          </a:xfrm>
          <a:prstGeom prst="rect">
            <a:avLst/>
          </a:prstGeom>
          <a:solidFill>
            <a:srgbClr val="0038B8"/>
          </a:solidFill>
        </p:spPr>
        <p:txBody>
          <a:bodyPr/>
          <a:lstStyle/>
          <a:p>
            <a:endParaRPr lang="he-IL"/>
          </a:p>
        </p:txBody>
      </p:sp>
      <p:sp>
        <p:nvSpPr>
          <p:cNvPr id="116" name="star"/>
          <p:cNvSpPr/>
          <p:nvPr/>
        </p:nvSpPr>
        <p:spPr>
          <a:xfrm>
            <a:off x="3620119" y="705420"/>
            <a:ext cx="65818" cy="57000"/>
          </a:xfrm>
          <a:prstGeom prst="triangle">
            <a:avLst>
              <a:gd name="adj" fmla="val 50000"/>
            </a:avLst>
          </a:prstGeom>
          <a:solidFill>
            <a:srgbClr val="0038B8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17" name="star"/>
          <p:cNvSpPr/>
          <p:nvPr/>
        </p:nvSpPr>
        <p:spPr>
          <a:xfrm rot="10800000">
            <a:off x="3620119" y="724420"/>
            <a:ext cx="65818" cy="57000"/>
          </a:xfrm>
          <a:prstGeom prst="triangle">
            <a:avLst>
              <a:gd name="adj" fmla="val 50000"/>
            </a:avLst>
          </a:prstGeom>
          <a:solidFill>
            <a:srgbClr val="0038B8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18" name="flaglabel"/>
          <p:cNvSpPr/>
          <p:nvPr/>
        </p:nvSpPr>
        <p:spPr>
          <a:xfrm>
            <a:off x="3209544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</a:t>
            </a:r>
            <a:endParaRPr lang="en-US" sz="900" dirty="0"/>
          </a:p>
        </p:txBody>
      </p:sp>
      <p:sp>
        <p:nvSpPr>
          <p:cNvPr id="119" name="flagpart"/>
          <p:cNvSpPr/>
          <p:nvPr/>
        </p:nvSpPr>
        <p:spPr>
          <a:xfrm>
            <a:off x="4373996" y="632920"/>
            <a:ext cx="332000" cy="73666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he-IL"/>
          </a:p>
        </p:txBody>
      </p:sp>
      <p:sp>
        <p:nvSpPr>
          <p:cNvPr id="120" name="flagpart"/>
          <p:cNvSpPr/>
          <p:nvPr/>
        </p:nvSpPr>
        <p:spPr>
          <a:xfrm>
            <a:off x="4373996" y="706586"/>
            <a:ext cx="332000" cy="73666"/>
          </a:xfrm>
          <a:prstGeom prst="rect">
            <a:avLst/>
          </a:prstGeom>
          <a:solidFill>
            <a:srgbClr val="DD0000"/>
          </a:solidFill>
        </p:spPr>
        <p:txBody>
          <a:bodyPr/>
          <a:lstStyle/>
          <a:p>
            <a:endParaRPr lang="he-IL"/>
          </a:p>
        </p:txBody>
      </p:sp>
      <p:sp>
        <p:nvSpPr>
          <p:cNvPr id="121" name="flagpart"/>
          <p:cNvSpPr/>
          <p:nvPr/>
        </p:nvSpPr>
        <p:spPr>
          <a:xfrm>
            <a:off x="4373996" y="780253"/>
            <a:ext cx="332000" cy="73666"/>
          </a:xfrm>
          <a:prstGeom prst="rect">
            <a:avLst/>
          </a:prstGeom>
          <a:solidFill>
            <a:srgbClr val="FFCE00"/>
          </a:solidFill>
        </p:spPr>
        <p:txBody>
          <a:bodyPr/>
          <a:lstStyle/>
          <a:p>
            <a:endParaRPr lang="he-IL"/>
          </a:p>
        </p:txBody>
      </p:sp>
      <p:sp>
        <p:nvSpPr>
          <p:cNvPr id="122" name="flaglabel"/>
          <p:cNvSpPr/>
          <p:nvPr/>
        </p:nvSpPr>
        <p:spPr>
          <a:xfrm>
            <a:off x="4096512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/tmp/claude-0/-home-user-the-5-agents/104e019b-481e-5835-b5aa-7854a99e3b07/scratchpad/uriel/assets/hosp_us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41538"/>
            <a:ext cx="962406" cy="2434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15718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2" descr="/tmp/claude-0/-home-user-the-5-agents/104e019b-481e-5835-b5aa-7854a99e3b07/scratchpad/uriel/assets/hosp_ziekenhu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038" y="2909157"/>
            <a:ext cx="962406" cy="71050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082796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Image 3" descr="/tmp/claude-0/-home-user-the-5-agents/104e019b-481e-5835-b5aa-7854a99e3b07/scratchpad/uriel/assets/hosp_sh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116" y="2792927"/>
            <a:ext cx="962406" cy="54062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49874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7"/>
          <p:cNvSpPr/>
          <p:nvPr/>
        </p:nvSpPr>
        <p:spPr>
          <a:xfrm>
            <a:off x="548640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5" name="Image 5" descr="/tmp/claude-0/-home-user-the-5-agents/104e019b-481e-5835-b5aa-7854a99e3b07/scratchpad/uriel/assets/hosp_hadass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701473"/>
            <a:ext cx="962406" cy="9663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315718" y="4471416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6" descr="/tmp/claude-0/-home-user-the-5-agents/104e019b-481e-5835-b5aa-7854a99e3b07/scratchpad/uriel/assets/hosp_char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038" y="5177101"/>
            <a:ext cx="962406" cy="417429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082796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תמונה 20" descr="Tel Aviv Medical Center | LinkedIn">
            <a:extLst>
              <a:ext uri="{FF2B5EF4-FFF2-40B4-BE49-F238E27FC236}">
                <a16:creationId xmlns:a16="http://schemas.microsoft.com/office/drawing/2014/main" id="{A2AE2E27-FF24-1B05-C425-A33682E830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514" y="4766213"/>
            <a:ext cx="901610" cy="901610"/>
          </a:xfrm>
          <a:prstGeom prst="rect">
            <a:avLst/>
          </a:prstGeom>
        </p:spPr>
      </p:pic>
      <p:pic>
        <p:nvPicPr>
          <p:cNvPr id="20" name="תמונה 19" descr="Christian Friends of Rambam | Haifa">
            <a:extLst>
              <a:ext uri="{FF2B5EF4-FFF2-40B4-BE49-F238E27FC236}">
                <a16:creationId xmlns:a16="http://schemas.microsoft.com/office/drawing/2014/main" id="{254F9536-A78F-490B-475B-7A0EE7125C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1300" y="2876021"/>
            <a:ext cx="1029444" cy="9150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URIEL?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17099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outstanding reputation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4871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materials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32644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products designed by doctors and physiotherapists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404164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48188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brand, sold in 20+ countries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0432" y="55961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CE - regulation approved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841248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7909560" y="640080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140D41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7909560" y="960120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092440" y="1796906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2309774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650+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092440" y="3146560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3659429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8092440" y="4496215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5458968"/>
            <a:ext cx="3230575" cy="512064"/>
          </a:xfrm>
          <a:prstGeom prst="snip1Rect">
            <a:avLst>
              <a:gd name="adj" fmla="val 89286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8183880" y="5458968"/>
            <a:ext cx="32305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· CE APPROVED</a:t>
            </a:r>
            <a:endParaRPr lang="en-US" sz="1200" dirty="0"/>
          </a:p>
        </p:txBody>
      </p:sp>
      <p:pic>
        <p:nvPicPr>
          <p:cNvPr id="32" name="Picture 2">
            <a:extLst>
              <a:ext uri="{FF2B5EF4-FFF2-40B4-BE49-F238E27FC236}">
                <a16:creationId xmlns:a16="http://schemas.microsoft.com/office/drawing/2014/main" id="{16A674BC-C34D-C992-3B1A-8F6EC6A2EB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22250" y="366156"/>
            <a:ext cx="4102087" cy="3026130"/>
          </a:xfrm>
          <a:prstGeom prst="snip1Rect">
            <a:avLst>
              <a:gd name="adj" fmla="val 9678"/>
            </a:avLst>
          </a:prstGeom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sp>
        <p:nvSpPr>
          <p:cNvPr id="33" name="PhotoFade"/>
          <p:cNvSpPr/>
          <p:nvPr/>
        </p:nvSpPr>
        <p:spPr>
          <a:xfrm>
            <a:off x="7909560" y="640080"/>
            <a:ext cx="1314777" cy="2752206"/>
          </a:xfrm>
          <a:prstGeom prst="rect">
            <a:avLst/>
          </a:prstGeom>
          <a:gradFill flip="none" rotWithShape="1">
            <a:gsLst>
              <a:gs pos="0">
                <a:srgbClr val="140D41">
                  <a:alpha val="0"/>
                </a:srgbClr>
              </a:gs>
              <a:gs pos="100000">
                <a:srgbClr val="140D41">
                  <a:alpha val="9500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6000">
            <a:off x="-1097280" y="-3520440"/>
            <a:ext cx="14447520" cy="56235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FOR THE</a:t>
            </a:r>
            <a:endParaRPr lang="en-US" sz="3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BODY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Uriel's product line covers the full range of possible needs from neck to toe and comes in a full range of sizes to accommodate all body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46520" y="1016487"/>
            <a:ext cx="5608015" cy="5373667"/>
          </a:xfrm>
          <a:prstGeom prst="snip1Rect">
            <a:avLst>
              <a:gd name="adj" fmla="val 5105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/tmp/claude-0/-home-user-the-5-agents/104e019b-481e-5835-b5aa-7854a99e3b07/scratchpad/uriel/assets/runner_solutions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833607"/>
            <a:ext cx="5608015" cy="53736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G"/>
          <p:cNvSpPr/>
          <p:nvPr/>
        </p:nvSpPr>
        <p:spPr>
          <a:xfrm rot="186000">
            <a:off x="-1173142" y="-1629411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itle"/>
          <p:cNvSpPr/>
          <p:nvPr/>
        </p:nvSpPr>
        <p:spPr>
          <a:xfrm>
            <a:off x="548640" y="502920"/>
            <a:ext cx="900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LEADERSHIP TEAM</a:t>
            </a:r>
            <a:endParaRPr lang="en-US" sz="3600" dirty="0"/>
          </a:p>
        </p:txBody>
      </p:sp>
      <p:sp>
        <p:nvSpPr>
          <p:cNvPr id="4" name="Subtitle"/>
          <p:cNvSpPr/>
          <p:nvPr/>
        </p:nvSpPr>
        <p:spPr>
          <a:xfrm>
            <a:off x="551180" y="1110000"/>
            <a:ext cx="9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driving 50 years of orthotics &amp; footcare excellence</a:t>
            </a:r>
            <a:endParaRPr lang="en-US" sz="1300" dirty="0"/>
          </a:p>
        </p:txBody>
      </p:sp>
      <p:sp>
        <p:nvSpPr>
          <p:cNvPr id="5" name="Card"/>
          <p:cNvSpPr/>
          <p:nvPr/>
        </p:nvSpPr>
        <p:spPr>
          <a:xfrm>
            <a:off x="548640" y="2202180"/>
            <a:ext cx="3515360" cy="200787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6" name="Portra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320" y="2332180"/>
            <a:ext cx="1150000" cy="1222440"/>
          </a:xfrm>
          <a:prstGeom prst="snip1Rect">
            <a:avLst>
              <a:gd name="adj" fmla="val 9000"/>
            </a:avLst>
          </a:prstGeom>
          <a:ln w="9525">
            <a:solidFill>
              <a:srgbClr val="E6E6EC"/>
            </a:solidFill>
          </a:ln>
        </p:spPr>
      </p:pic>
      <p:sp>
        <p:nvSpPr>
          <p:cNvPr id="7" name="Name"/>
          <p:cNvSpPr/>
          <p:nvPr/>
        </p:nvSpPr>
        <p:spPr>
          <a:xfrm>
            <a:off x="548640" y="3624620"/>
            <a:ext cx="351536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SHACHAR HIRSH</a:t>
            </a:r>
            <a:endParaRPr lang="en-US" sz="1400" dirty="0"/>
          </a:p>
        </p:txBody>
      </p:sp>
      <p:sp>
        <p:nvSpPr>
          <p:cNvPr id="8" name="Role"/>
          <p:cNvSpPr/>
          <p:nvPr/>
        </p:nvSpPr>
        <p:spPr>
          <a:xfrm>
            <a:off x="548640" y="3909620"/>
            <a:ext cx="351536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4338320" y="2202180"/>
            <a:ext cx="3515360" cy="200787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" name="Portra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1000" y="2332180"/>
            <a:ext cx="1150000" cy="1222440"/>
          </a:xfrm>
          <a:prstGeom prst="snip1Rect">
            <a:avLst>
              <a:gd name="adj" fmla="val 9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" name="Name"/>
          <p:cNvSpPr/>
          <p:nvPr/>
        </p:nvSpPr>
        <p:spPr>
          <a:xfrm>
            <a:off x="4338320" y="3624620"/>
            <a:ext cx="351536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 KATZ</a:t>
            </a:r>
            <a:endParaRPr lang="en-US" sz="1400" dirty="0"/>
          </a:p>
        </p:txBody>
      </p:sp>
      <p:sp>
        <p:nvSpPr>
          <p:cNvPr id="12" name="Role"/>
          <p:cNvSpPr/>
          <p:nvPr/>
        </p:nvSpPr>
        <p:spPr>
          <a:xfrm>
            <a:off x="4338320" y="3909620"/>
            <a:ext cx="351536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R&amp;D</a:t>
            </a:r>
            <a:endParaRPr lang="en-US" sz="1100" dirty="0"/>
          </a:p>
        </p:txBody>
      </p:sp>
      <p:sp>
        <p:nvSpPr>
          <p:cNvPr id="13" name="Card"/>
          <p:cNvSpPr/>
          <p:nvPr/>
        </p:nvSpPr>
        <p:spPr>
          <a:xfrm>
            <a:off x="8128000" y="2202180"/>
            <a:ext cx="3515360" cy="200787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4" name="Portra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0680" y="2332180"/>
            <a:ext cx="1150000" cy="1222440"/>
          </a:xfrm>
          <a:prstGeom prst="snip1Rect">
            <a:avLst>
              <a:gd name="adj" fmla="val 9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5" name="Name"/>
          <p:cNvSpPr/>
          <p:nvPr/>
        </p:nvSpPr>
        <p:spPr>
          <a:xfrm>
            <a:off x="8128000" y="3624620"/>
            <a:ext cx="351536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RACHEL HIRSH</a:t>
            </a:r>
            <a:endParaRPr lang="en-US" sz="1400" dirty="0"/>
          </a:p>
        </p:txBody>
      </p:sp>
      <p:sp>
        <p:nvSpPr>
          <p:cNvPr id="16" name="Role"/>
          <p:cNvSpPr/>
          <p:nvPr/>
        </p:nvSpPr>
        <p:spPr>
          <a:xfrm>
            <a:off x="8128000" y="3909620"/>
            <a:ext cx="351536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&amp; COS</a:t>
            </a:r>
            <a:endParaRPr lang="en-US" sz="1100" dirty="0"/>
          </a:p>
        </p:txBody>
      </p:sp>
      <p:sp>
        <p:nvSpPr>
          <p:cNvPr id="17" name="Card"/>
          <p:cNvSpPr/>
          <p:nvPr/>
        </p:nvSpPr>
        <p:spPr>
          <a:xfrm>
            <a:off x="548640" y="4438650"/>
            <a:ext cx="3515360" cy="200787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8" name="Portrai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1320" y="4568650"/>
            <a:ext cx="1150000" cy="1222440"/>
          </a:xfrm>
          <a:prstGeom prst="snip1Rect">
            <a:avLst>
              <a:gd name="adj" fmla="val 9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9" name="Name"/>
          <p:cNvSpPr/>
          <p:nvPr/>
        </p:nvSpPr>
        <p:spPr>
          <a:xfrm>
            <a:off x="548640" y="5861090"/>
            <a:ext cx="351536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 ZOLOTOV</a:t>
            </a:r>
            <a:endParaRPr lang="en-US" sz="1400" dirty="0"/>
          </a:p>
        </p:txBody>
      </p:sp>
      <p:sp>
        <p:nvSpPr>
          <p:cNvPr id="20" name="Role"/>
          <p:cNvSpPr/>
          <p:nvPr/>
        </p:nvSpPr>
        <p:spPr>
          <a:xfrm>
            <a:off x="548640" y="6146090"/>
            <a:ext cx="351536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EXPORT MANAGER</a:t>
            </a:r>
            <a:endParaRPr lang="en-US" sz="1100" dirty="0"/>
          </a:p>
        </p:txBody>
      </p:sp>
      <p:sp>
        <p:nvSpPr>
          <p:cNvPr id="21" name="Card"/>
          <p:cNvSpPr/>
          <p:nvPr/>
        </p:nvSpPr>
        <p:spPr>
          <a:xfrm>
            <a:off x="4338320" y="4438650"/>
            <a:ext cx="3515360" cy="200787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2" name="Portra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1000" y="4568650"/>
            <a:ext cx="1150000" cy="1222440"/>
          </a:xfrm>
          <a:prstGeom prst="snip1Rect">
            <a:avLst>
              <a:gd name="adj" fmla="val 9000"/>
            </a:avLst>
          </a:prstGeom>
          <a:ln w="9525">
            <a:solidFill>
              <a:srgbClr val="E6E6EC"/>
            </a:solidFill>
          </a:ln>
        </p:spPr>
      </p:pic>
      <p:sp>
        <p:nvSpPr>
          <p:cNvPr id="23" name="Name"/>
          <p:cNvSpPr/>
          <p:nvPr/>
        </p:nvSpPr>
        <p:spPr>
          <a:xfrm>
            <a:off x="4338320" y="5861090"/>
            <a:ext cx="351536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ISSA NEIMA</a:t>
            </a:r>
            <a:endParaRPr lang="en-US" sz="1400" dirty="0"/>
          </a:p>
        </p:txBody>
      </p:sp>
      <p:sp>
        <p:nvSpPr>
          <p:cNvPr id="24" name="Role"/>
          <p:cNvSpPr/>
          <p:nvPr/>
        </p:nvSpPr>
        <p:spPr>
          <a:xfrm>
            <a:off x="4338320" y="6146090"/>
            <a:ext cx="351536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DIRECTOR</a:t>
            </a:r>
            <a:endParaRPr lang="en-US" sz="1100" dirty="0"/>
          </a:p>
        </p:txBody>
      </p:sp>
      <p:sp>
        <p:nvSpPr>
          <p:cNvPr id="25" name="Card"/>
          <p:cNvSpPr/>
          <p:nvPr/>
        </p:nvSpPr>
        <p:spPr>
          <a:xfrm>
            <a:off x="8128000" y="4438650"/>
            <a:ext cx="3515360" cy="200787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6" name="PlaceholderFrame"/>
          <p:cNvSpPr/>
          <p:nvPr/>
        </p:nvSpPr>
        <p:spPr>
          <a:xfrm>
            <a:off x="9310680" y="4568650"/>
            <a:ext cx="1150000" cy="1222440"/>
          </a:xfrm>
          <a:prstGeom prst="snip1Rect">
            <a:avLst>
              <a:gd name="adj" fmla="val 9000"/>
            </a:avLst>
          </a:prstGeom>
          <a:solidFill>
            <a:srgbClr val="F2F2F5"/>
          </a:solidFill>
          <a:ln w="9525">
            <a:solidFill>
              <a:srgbClr val="E6E6EC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27" name="SilhouetteHead"/>
          <p:cNvSpPr/>
          <p:nvPr/>
        </p:nvSpPr>
        <p:spPr>
          <a:xfrm>
            <a:off x="9690180" y="4837586"/>
            <a:ext cx="391000" cy="391000"/>
          </a:xfrm>
          <a:prstGeom prst="ellipse">
            <a:avLst/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8" name="SilhouetteBody"/>
          <p:cNvSpPr/>
          <p:nvPr/>
        </p:nvSpPr>
        <p:spPr>
          <a:xfrm>
            <a:off x="9529180" y="5326562"/>
            <a:ext cx="713000" cy="366732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9" name="Name"/>
          <p:cNvSpPr/>
          <p:nvPr/>
        </p:nvSpPr>
        <p:spPr>
          <a:xfrm>
            <a:off x="8128000" y="5861090"/>
            <a:ext cx="351536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SADOT</a:t>
            </a:r>
            <a:endParaRPr lang="en-US" sz="1400" dirty="0"/>
          </a:p>
        </p:txBody>
      </p:sp>
      <p:sp>
        <p:nvSpPr>
          <p:cNvPr id="30" name="Role"/>
          <p:cNvSpPr/>
          <p:nvPr/>
        </p:nvSpPr>
        <p:spPr>
          <a:xfrm>
            <a:off x="8128000" y="6146090"/>
            <a:ext cx="351536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208</Words>
  <Application>Microsoft Office PowerPoint</Application>
  <PresentationFormat>מסך רחב</PresentationFormat>
  <Paragraphs>41</Paragraphs>
  <Slides>6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2</cp:revision>
  <dcterms:created xsi:type="dcterms:W3CDTF">2026-08-02T08:27:24Z</dcterms:created>
  <dcterms:modified xsi:type="dcterms:W3CDTF">2026-08-02T09:12:36Z</dcterms:modified>
</cp:coreProperties>
</file>