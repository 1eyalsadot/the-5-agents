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74" r:id="rId2"/>
    <p:sldId id="286" r:id="rId27"/>
    <p:sldId id="287" r:id="rId28"/>
    <p:sldId id="256" r:id="rId3"/>
    <p:sldId id="285" r:id="rId4"/>
    <p:sldId id="276" r:id="rId5"/>
    <p:sldId id="257" r:id="rId6"/>
    <p:sldId id="283" r:id="rId7"/>
    <p:sldId id="278" r:id="rId8"/>
    <p:sldId id="275" r:id="rId9"/>
    <p:sldId id="273" r:id="rId10"/>
    <p:sldId id="258" r:id="rId11"/>
    <p:sldId id="281" r:id="rId12"/>
    <p:sldId id="277" r:id="rId13"/>
    <p:sldId id="259" r:id="rId14"/>
    <p:sldId id="280" r:id="rId15"/>
    <p:sldId id="284" r:id="rId16"/>
    <p:sldId id="279" r:id="rId17"/>
    <p:sldId id="28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7A5F4DD-391C-479A-A105-F9476929AEDE}" v="11" dt="2026-08-08T12:28:14.2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10"/>
  </p:normalViewPr>
  <p:slideViewPr>
    <p:cSldViewPr snapToGrid="0" snapToObjects="1">
      <p:cViewPr>
        <p:scale>
          <a:sx n="100" d="100"/>
          <a:sy n="100" d="100"/>
        </p:scale>
        <p:origin x="990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  
  <Relationship Id="rId27" Type="http://schemas.openxmlformats.org/officeDocument/2006/relationships/slide" Target="slides/slide19.xml"/>
  <Relationship Id="rId28" Type="http://schemas.openxmlformats.org/officeDocument/2006/relationships/slide" Target="slides/slide20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yal Sadot" userId="9c57a40b-08c8-435b-851c-1854c25cf41d" providerId="ADAL" clId="{02003448-2CBC-42C7-80BD-DC4C07BEB2CD}"/>
    <pc:docChg chg="modSld sldOrd">
      <pc:chgData name="Eyal Sadot" userId="9c57a40b-08c8-435b-851c-1854c25cf41d" providerId="ADAL" clId="{02003448-2CBC-42C7-80BD-DC4C07BEB2CD}" dt="2026-08-08T12:35:13.749" v="27"/>
      <pc:docMkLst>
        <pc:docMk/>
      </pc:docMkLst>
      <pc:sldChg chg="modSp ord">
        <pc:chgData name="Eyal Sadot" userId="9c57a40b-08c8-435b-851c-1854c25cf41d" providerId="ADAL" clId="{02003448-2CBC-42C7-80BD-DC4C07BEB2CD}" dt="2026-08-08T12:13:59.997" v="5"/>
        <pc:sldMkLst>
          <pc:docMk/>
          <pc:sldMk cId="0" sldId="256"/>
        </pc:sldMkLst>
        <pc:spChg chg="mod">
          <ac:chgData name="Eyal Sadot" userId="9c57a40b-08c8-435b-851c-1854c25cf41d" providerId="ADAL" clId="{02003448-2CBC-42C7-80BD-DC4C07BEB2CD}" dt="2026-08-08T12:12:42.839" v="3"/>
          <ac:spMkLst>
            <pc:docMk/>
            <pc:sldMk cId="0" sldId="256"/>
            <ac:spMk id="4" creationId="{00000000-0000-0000-0000-000000000000}"/>
          </ac:spMkLst>
        </pc:spChg>
      </pc:sldChg>
      <pc:sldChg chg="modSp">
        <pc:chgData name="Eyal Sadot" userId="9c57a40b-08c8-435b-851c-1854c25cf41d" providerId="ADAL" clId="{02003448-2CBC-42C7-80BD-DC4C07BEB2CD}" dt="2026-08-08T12:15:33.714" v="7"/>
        <pc:sldMkLst>
          <pc:docMk/>
          <pc:sldMk cId="0" sldId="257"/>
        </pc:sldMkLst>
        <pc:spChg chg="mod">
          <ac:chgData name="Eyal Sadot" userId="9c57a40b-08c8-435b-851c-1854c25cf41d" providerId="ADAL" clId="{02003448-2CBC-42C7-80BD-DC4C07BEB2CD}" dt="2026-08-08T12:15:33.714" v="7"/>
          <ac:spMkLst>
            <pc:docMk/>
            <pc:sldMk cId="0" sldId="257"/>
            <ac:spMk id="3" creationId="{00000000-0000-0000-0000-000000000000}"/>
          </ac:spMkLst>
        </pc:spChg>
      </pc:sldChg>
      <pc:sldChg chg="ord">
        <pc:chgData name="Eyal Sadot" userId="9c57a40b-08c8-435b-851c-1854c25cf41d" providerId="ADAL" clId="{02003448-2CBC-42C7-80BD-DC4C07BEB2CD}" dt="2026-08-08T12:22:15.609" v="21"/>
        <pc:sldMkLst>
          <pc:docMk/>
          <pc:sldMk cId="0" sldId="259"/>
        </pc:sldMkLst>
      </pc:sldChg>
      <pc:sldChg chg="ord">
        <pc:chgData name="Eyal Sadot" userId="9c57a40b-08c8-435b-851c-1854c25cf41d" providerId="ADAL" clId="{02003448-2CBC-42C7-80BD-DC4C07BEB2CD}" dt="2026-08-08T12:21:35.073" v="17"/>
        <pc:sldMkLst>
          <pc:docMk/>
          <pc:sldMk cId="0" sldId="273"/>
        </pc:sldMkLst>
      </pc:sldChg>
      <pc:sldChg chg="modSp">
        <pc:chgData name="Eyal Sadot" userId="9c57a40b-08c8-435b-851c-1854c25cf41d" providerId="ADAL" clId="{02003448-2CBC-42C7-80BD-DC4C07BEB2CD}" dt="2026-08-08T12:08:58.648" v="2"/>
        <pc:sldMkLst>
          <pc:docMk/>
          <pc:sldMk cId="0" sldId="274"/>
        </pc:sldMkLst>
        <pc:spChg chg="mod">
          <ac:chgData name="Eyal Sadot" userId="9c57a40b-08c8-435b-851c-1854c25cf41d" providerId="ADAL" clId="{02003448-2CBC-42C7-80BD-DC4C07BEB2CD}" dt="2026-08-08T12:08:58.648" v="2"/>
          <ac:spMkLst>
            <pc:docMk/>
            <pc:sldMk cId="0" sldId="274"/>
            <ac:spMk id="6" creationId="{00000000-0000-0000-0000-000000000000}"/>
          </ac:spMkLst>
        </pc:spChg>
      </pc:sldChg>
      <pc:sldChg chg="ord">
        <pc:chgData name="Eyal Sadot" userId="9c57a40b-08c8-435b-851c-1854c25cf41d" providerId="ADAL" clId="{02003448-2CBC-42C7-80BD-DC4C07BEB2CD}" dt="2026-08-08T12:21:32.037" v="16"/>
        <pc:sldMkLst>
          <pc:docMk/>
          <pc:sldMk cId="0" sldId="275"/>
        </pc:sldMkLst>
      </pc:sldChg>
      <pc:sldChg chg="modSp ord">
        <pc:chgData name="Eyal Sadot" userId="9c57a40b-08c8-435b-851c-1854c25cf41d" providerId="ADAL" clId="{02003448-2CBC-42C7-80BD-DC4C07BEB2CD}" dt="2026-08-08T12:28:14.270" v="25"/>
        <pc:sldMkLst>
          <pc:docMk/>
          <pc:sldMk cId="0" sldId="276"/>
        </pc:sldMkLst>
        <pc:spChg chg="mod">
          <ac:chgData name="Eyal Sadot" userId="9c57a40b-08c8-435b-851c-1854c25cf41d" providerId="ADAL" clId="{02003448-2CBC-42C7-80BD-DC4C07BEB2CD}" dt="2026-08-08T12:28:14.270" v="25"/>
          <ac:spMkLst>
            <pc:docMk/>
            <pc:sldMk cId="0" sldId="276"/>
            <ac:spMk id="3" creationId="{00000000-0000-0000-0000-000000000000}"/>
          </ac:spMkLst>
        </pc:spChg>
      </pc:sldChg>
      <pc:sldChg chg="ord">
        <pc:chgData name="Eyal Sadot" userId="9c57a40b-08c8-435b-851c-1854c25cf41d" providerId="ADAL" clId="{02003448-2CBC-42C7-80BD-DC4C07BEB2CD}" dt="2026-08-08T12:20:20.636" v="10"/>
        <pc:sldMkLst>
          <pc:docMk/>
          <pc:sldMk cId="0" sldId="278"/>
        </pc:sldMkLst>
      </pc:sldChg>
      <pc:sldChg chg="ord">
        <pc:chgData name="Eyal Sadot" userId="9c57a40b-08c8-435b-851c-1854c25cf41d" providerId="ADAL" clId="{02003448-2CBC-42C7-80BD-DC4C07BEB2CD}" dt="2026-08-08T12:35:09.944" v="26"/>
        <pc:sldMkLst>
          <pc:docMk/>
          <pc:sldMk cId="0" sldId="279"/>
        </pc:sldMkLst>
      </pc:sldChg>
      <pc:sldChg chg="ord">
        <pc:chgData name="Eyal Sadot" userId="9c57a40b-08c8-435b-851c-1854c25cf41d" providerId="ADAL" clId="{02003448-2CBC-42C7-80BD-DC4C07BEB2CD}" dt="2026-08-08T12:35:13.749" v="27"/>
        <pc:sldMkLst>
          <pc:docMk/>
          <pc:sldMk cId="0" sldId="280"/>
        </pc:sldMkLst>
      </pc:sldChg>
      <pc:sldChg chg="ord">
        <pc:chgData name="Eyal Sadot" userId="9c57a40b-08c8-435b-851c-1854c25cf41d" providerId="ADAL" clId="{02003448-2CBC-42C7-80BD-DC4C07BEB2CD}" dt="2026-08-08T12:22:08.859" v="20"/>
        <pc:sldMkLst>
          <pc:docMk/>
          <pc:sldMk cId="0" sldId="281"/>
        </pc:sldMkLst>
      </pc:sldChg>
      <pc:sldChg chg="ord">
        <pc:chgData name="Eyal Sadot" userId="9c57a40b-08c8-435b-851c-1854c25cf41d" providerId="ADAL" clId="{02003448-2CBC-42C7-80BD-DC4C07BEB2CD}" dt="2026-08-08T12:21:16.045" v="14"/>
        <pc:sldMkLst>
          <pc:docMk/>
          <pc:sldMk cId="0" sldId="282"/>
        </pc:sldMkLst>
      </pc:sldChg>
      <pc:sldChg chg="modSp ord">
        <pc:chgData name="Eyal Sadot" userId="9c57a40b-08c8-435b-851c-1854c25cf41d" providerId="ADAL" clId="{02003448-2CBC-42C7-80BD-DC4C07BEB2CD}" dt="2026-08-08T12:23:04.686" v="23"/>
        <pc:sldMkLst>
          <pc:docMk/>
          <pc:sldMk cId="0" sldId="283"/>
        </pc:sldMkLst>
        <pc:spChg chg="mod">
          <ac:chgData name="Eyal Sadot" userId="9c57a40b-08c8-435b-851c-1854c25cf41d" providerId="ADAL" clId="{02003448-2CBC-42C7-80BD-DC4C07BEB2CD}" dt="2026-08-08T12:23:04.686" v="23"/>
          <ac:spMkLst>
            <pc:docMk/>
            <pc:sldMk cId="0" sldId="283"/>
            <ac:spMk id="3" creationId="{00000000-0000-0000-0000-000000000000}"/>
          </ac:spMkLst>
        </pc:spChg>
      </pc:sldChg>
      <pc:sldChg chg="ord">
        <pc:chgData name="Eyal Sadot" userId="9c57a40b-08c8-435b-851c-1854c25cf41d" providerId="ADAL" clId="{02003448-2CBC-42C7-80BD-DC4C07BEB2CD}" dt="2026-08-08T12:20:55.904" v="12"/>
        <pc:sldMkLst>
          <pc:docMk/>
          <pc:sldMk cId="0" sldId="284"/>
        </pc:sldMkLst>
      </pc:sldChg>
      <pc:sldChg chg="modSp ord">
        <pc:chgData name="Eyal Sadot" userId="9c57a40b-08c8-435b-851c-1854c25cf41d" providerId="ADAL" clId="{02003448-2CBC-42C7-80BD-DC4C07BEB2CD}" dt="2026-08-08T12:23:12.690" v="24"/>
        <pc:sldMkLst>
          <pc:docMk/>
          <pc:sldMk cId="0" sldId="285"/>
        </pc:sldMkLst>
        <pc:spChg chg="mod">
          <ac:chgData name="Eyal Sadot" userId="9c57a40b-08c8-435b-851c-1854c25cf41d" providerId="ADAL" clId="{02003448-2CBC-42C7-80BD-DC4C07BEB2CD}" dt="2026-08-08T12:23:12.690" v="24"/>
          <ac:spMkLst>
            <pc:docMk/>
            <pc:sldMk cId="0" sldId="285"/>
            <ac:spMk id="101" creationId="{00000000-0000-0000-0000-000000000000}"/>
          </ac:spMkLst>
        </pc:spChg>
        <pc:spChg chg="mod">
          <ac:chgData name="Eyal Sadot" userId="9c57a40b-08c8-435b-851c-1854c25cf41d" providerId="ADAL" clId="{02003448-2CBC-42C7-80BD-DC4C07BEB2CD}" dt="2026-08-08T12:23:12.690" v="24"/>
          <ac:spMkLst>
            <pc:docMk/>
            <pc:sldMk cId="0" sldId="285"/>
            <ac:spMk id="111" creationId="{00000000-0000-0000-0000-000000000000}"/>
          </ac:spMkLst>
        </pc:spChg>
        <pc:spChg chg="mod">
          <ac:chgData name="Eyal Sadot" userId="9c57a40b-08c8-435b-851c-1854c25cf41d" providerId="ADAL" clId="{02003448-2CBC-42C7-80BD-DC4C07BEB2CD}" dt="2026-08-08T12:23:12.690" v="24"/>
          <ac:spMkLst>
            <pc:docMk/>
            <pc:sldMk cId="0" sldId="285"/>
            <ac:spMk id="121" creationId="{00000000-0000-0000-0000-000000000000}"/>
          </ac:spMkLst>
        </pc:spChg>
        <pc:spChg chg="mod">
          <ac:chgData name="Eyal Sadot" userId="9c57a40b-08c8-435b-851c-1854c25cf41d" providerId="ADAL" clId="{02003448-2CBC-42C7-80BD-DC4C07BEB2CD}" dt="2026-08-08T12:23:12.690" v="24"/>
          <ac:spMkLst>
            <pc:docMk/>
            <pc:sldMk cId="0" sldId="285"/>
            <ac:spMk id="122" creationId="{00000000-0000-0000-0000-000000000000}"/>
          </ac:spMkLst>
        </pc:spChg>
        <pc:spChg chg="mod">
          <ac:chgData name="Eyal Sadot" userId="9c57a40b-08c8-435b-851c-1854c25cf41d" providerId="ADAL" clId="{02003448-2CBC-42C7-80BD-DC4C07BEB2CD}" dt="2026-08-08T12:23:12.690" v="24"/>
          <ac:spMkLst>
            <pc:docMk/>
            <pc:sldMk cId="0" sldId="285"/>
            <ac:spMk id="132" creationId="{00000000-0000-0000-0000-000000000000}"/>
          </ac:spMkLst>
        </pc:spChg>
        <pc:spChg chg="mod">
          <ac:chgData name="Eyal Sadot" userId="9c57a40b-08c8-435b-851c-1854c25cf41d" providerId="ADAL" clId="{02003448-2CBC-42C7-80BD-DC4C07BEB2CD}" dt="2026-08-08T12:23:12.690" v="24"/>
          <ac:spMkLst>
            <pc:docMk/>
            <pc:sldMk cId="0" sldId="285"/>
            <ac:spMk id="141" creationId="{00000000-0000-0000-0000-000000000000}"/>
          </ac:spMkLst>
        </pc:spChg>
        <pc:spChg chg="mod">
          <ac:chgData name="Eyal Sadot" userId="9c57a40b-08c8-435b-851c-1854c25cf41d" providerId="ADAL" clId="{02003448-2CBC-42C7-80BD-DC4C07BEB2CD}" dt="2026-08-08T12:23:12.690" v="24"/>
          <ac:spMkLst>
            <pc:docMk/>
            <pc:sldMk cId="0" sldId="285"/>
            <ac:spMk id="151" creationId="{00000000-0000-0000-0000-000000000000}"/>
          </ac:spMkLst>
        </pc:spChg>
        <pc:spChg chg="mod">
          <ac:chgData name="Eyal Sadot" userId="9c57a40b-08c8-435b-851c-1854c25cf41d" providerId="ADAL" clId="{02003448-2CBC-42C7-80BD-DC4C07BEB2CD}" dt="2026-08-08T12:23:12.690" v="24"/>
          <ac:spMkLst>
            <pc:docMk/>
            <pc:sldMk cId="0" sldId="285"/>
            <ac:spMk id="152" creationId="{00000000-0000-0000-0000-000000000000}"/>
          </ac:spMkLst>
        </pc:spChg>
        <pc:spChg chg="mod">
          <ac:chgData name="Eyal Sadot" userId="9c57a40b-08c8-435b-851c-1854c25cf41d" providerId="ADAL" clId="{02003448-2CBC-42C7-80BD-DC4C07BEB2CD}" dt="2026-08-08T12:23:12.690" v="24"/>
          <ac:spMkLst>
            <pc:docMk/>
            <pc:sldMk cId="0" sldId="285"/>
            <ac:spMk id="161" creationId="{00000000-0000-0000-0000-000000000000}"/>
          </ac:spMkLst>
        </pc:spChg>
        <pc:spChg chg="mod">
          <ac:chgData name="Eyal Sadot" userId="9c57a40b-08c8-435b-851c-1854c25cf41d" providerId="ADAL" clId="{02003448-2CBC-42C7-80BD-DC4C07BEB2CD}" dt="2026-08-08T12:23:12.690" v="24"/>
          <ac:spMkLst>
            <pc:docMk/>
            <pc:sldMk cId="0" sldId="285"/>
            <ac:spMk id="17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62841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E2E1ED7-A5E2-E434-90CB-2985AEA8C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3FB50BF1-6323-6188-32E2-0AB50D0B7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1C2E2D15-7E11-D558-04F6-861EC1FE3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F1C5-50B2-4937-8234-44C132520904}" type="datetimeFigureOut">
              <a:rPr lang="en-IL" smtClean="0"/>
              <a:t>08/08/2026</a:t>
            </a:fld>
            <a:endParaRPr lang="en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3A461362-2BC8-E594-001F-647FF3E7F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D8D74CD1-C3FC-0A4B-1549-3AF85DF2B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E15F64-39BB-45C3-BBE5-65357DD70B4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924545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jpe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4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5.jpg"/><Relationship Id="rId4" Type="http://schemas.openxmlformats.org/officeDocument/2006/relationships/image" Target="../media/image2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7" Type="http://schemas.openxmlformats.org/officeDocument/2006/relationships/image" Target="../media/image4.pn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jpg"/><Relationship Id="rId4" Type="http://schemas.openxmlformats.org/officeDocument/2006/relationships/image" Target="../media/image28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4.xml.rels><?xml version="1.0" encoding="UTF-8" standalone="yes"?>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Relationship Id="rId21" Type="http://schemas.openxmlformats.org/officeDocument/2006/relationships/image" Target="../media/image44.png"/><Relationship Id="rId22" Type="http://schemas.openxmlformats.org/officeDocument/2006/relationships/image" Target="../media/image60.png"/><Relationship Id="rId23" Type="http://schemas.openxmlformats.org/officeDocument/2006/relationships/image" Target="../media/image61.png"/><Relationship Id="rId24" Type="http://schemas.openxmlformats.org/officeDocument/2006/relationships/image" Target="../media/image62.png"/><Relationship Id="rId25" Type="http://schemas.openxmlformats.org/officeDocument/2006/relationships/image" Target="../media/image63.png"/><Relationship Id="rId26" Type="http://schemas.openxmlformats.org/officeDocument/2006/relationships/image" Target="../media/image64.png"/><Relationship Id="rId27" Type="http://schemas.openxmlformats.org/officeDocument/2006/relationships/image" Target="../media/image47.png"/><Relationship Id="rId28" Type="http://schemas.openxmlformats.org/officeDocument/2006/relationships/image" Target="../media/image65.png"/><Relationship Id="rId29" Type="http://schemas.openxmlformats.org/officeDocument/2006/relationships/image" Target="../media/image66.png"/><Relationship Id="rId30" Type="http://schemas.openxmlformats.org/officeDocument/2006/relationships/image" Target="../media/image67.png"/><Relationship Id="rId31" Type="http://schemas.openxmlformats.org/officeDocument/2006/relationships/image" Target="../media/image68.png"/><Relationship Id="rId32" Type="http://schemas.openxmlformats.org/officeDocument/2006/relationships/image" Target="../media/image6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jpg"/><Relationship Id="rId3" Type="http://schemas.openxmlformats.org/officeDocument/2006/relationships/image" Target="../media/image51.jpg"/><Relationship Id="rId7" Type="http://schemas.openxmlformats.org/officeDocument/2006/relationships/image" Target="../media/image55.jpg"/><Relationship Id="rId12" Type="http://schemas.openxmlformats.org/officeDocument/2006/relationships/image" Target="../media/image59.png"/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jpg"/><Relationship Id="rId11" Type="http://schemas.openxmlformats.org/officeDocument/2006/relationships/image" Target="../media/image58.png"/><Relationship Id="rId5" Type="http://schemas.openxmlformats.org/officeDocument/2006/relationships/image" Target="../media/image53.jpg"/><Relationship Id="rId10" Type="http://schemas.openxmlformats.org/officeDocument/2006/relationships/image" Target="../media/image57.png"/><Relationship Id="rId4" Type="http://schemas.openxmlformats.org/officeDocument/2006/relationships/image" Target="../media/image52.jpg"/><Relationship Id="rId9" Type="http://schemas.openxmlformats.org/officeDocument/2006/relationships/image" Target="../media/image4.png"/></Relationships>
</file>

<file path=ppt/slides/_rels/slide19.xml.rels><?xml version="1.0" encoding="UTF-8" standalone="yes"?>
<Relationships xmlns="http://schemas.openxmlformats.org/package/2006/relationships"><Relationship Id="rId3" Type="http://schemas.openxmlformats.org/officeDocument/2006/relationships/image" Target="../media/image_runner_frame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3" Type="http://schemas.openxmlformats.org/officeDocument/2006/relationships/image" Target="../media/image_woman_lunge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_logo_uriel_solid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bg>
      <p:bgPr>
        <a:solidFill>
          <a:srgbClr val="140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" y="700000"/>
            <a:ext cx="2000000" cy="759300"/>
          </a:xfrm>
          <a:prstGeom prst="rect">
            <a:avLst/>
          </a:prstGeom>
        </p:spPr>
      </p:pic>
      <p:sp>
        <p:nvSpPr>
          <p:cNvPr id="5" name="Tagline"/>
          <p:cNvSpPr/>
          <p:nvPr/>
        </p:nvSpPr>
        <p:spPr>
          <a:xfrm>
            <a:off x="750000" y="1650000"/>
            <a:ext cx="5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kern="0" spc="30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TO PERFORM</a:t>
            </a:r>
            <a:endParaRPr lang="en-US" sz="3200" dirty="0"/>
          </a:p>
        </p:txBody>
      </p:sp>
      <p:sp>
        <p:nvSpPr>
          <p:cNvPr id="6" name="Subtitle"/>
          <p:cNvSpPr/>
          <p:nvPr/>
        </p:nvSpPr>
        <p:spPr>
          <a:xfrm>
            <a:off x="750000" y="2420000"/>
            <a:ext cx="51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GLOBAL ORTHOPEDICS &amp; FOOTCARE MANUFACTURER</a:t>
            </a:r>
            <a:endParaRPr lang="en-US" sz="1400" dirty="0"/>
          </a:p>
        </p:txBody>
      </p:sp>
      <p:sp>
        <p:nvSpPr>
          <p:cNvPr id="7" name="Badge"/>
          <p:cNvSpPr/>
          <p:nvPr/>
        </p:nvSpPr>
        <p:spPr>
          <a:xfrm>
            <a:off x="750000" y="6100000"/>
            <a:ext cx="2650000" cy="480000"/>
          </a:xfrm>
          <a:prstGeom prst="snip1Rect">
            <a:avLst>
              <a:gd name="adj" fmla="val 86207"/>
            </a:avLst>
          </a:prstGeom>
          <a:solidFill>
            <a:srgbClr val="FFD50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8" name="Badge Text"/>
          <p:cNvSpPr/>
          <p:nvPr/>
        </p:nvSpPr>
        <p:spPr>
          <a:xfrm>
            <a:off x="750000" y="6100000"/>
            <a:ext cx="265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50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PROFILE</a:t>
            </a:r>
            <a:endParaRPr lang="en-US" sz="1300" dirty="0"/>
          </a:p>
        </p:txBody>
      </p:sp>
      <p:pic>
        <p:nvPicPr>
          <p:cNvPr id="9" name="Athle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0300" y="0"/>
            <a:ext cx="47117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86000">
            <a:off x="-1173142" y="-442545"/>
            <a:ext cx="14447520" cy="3229411"/>
          </a:xfrm>
          <a:prstGeom prst="rect">
            <a:avLst/>
          </a:prstGeom>
          <a:solidFill>
            <a:srgbClr val="140D41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4" name="Text 1"/>
          <p:cNvSpPr/>
          <p:nvPr/>
        </p:nvSpPr>
        <p:spPr>
          <a:xfrm>
            <a:off x="548640" y="105156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300" b="1" kern="0" spc="30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GLOBAL </a:t>
            </a:r>
            <a:r>
              <a:rPr lang="en-US" sz="3300" b="1" kern="0" spc="30" dirty="0">
                <a:solidFill>
                  <a:srgbClr val="FFD500"/>
                </a:solidFill>
                <a:latin typeface="Arial" pitchFamily="34" charset="0"/>
                <a:cs typeface="Arial" pitchFamily="34" charset="-120"/>
              </a:rPr>
              <a:t>ORTHOPEDICS</a:t>
            </a:r>
            <a:r>
              <a:rPr lang="en-US" sz="3300" b="1" kern="0" spc="30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&amp;</a:t>
            </a:r>
            <a:endParaRPr lang="en-US" sz="330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3300" b="1" kern="0" spc="30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FOOTCARE MANUFACTURER</a:t>
            </a:r>
            <a:endParaRPr lang="en-US" sz="3300" dirty="0"/>
          </a:p>
        </p:txBody>
      </p:sp>
      <p:sp>
        <p:nvSpPr>
          <p:cNvPr id="5" name="Shape 2"/>
          <p:cNvSpPr/>
          <p:nvPr/>
        </p:nvSpPr>
        <p:spPr>
          <a:xfrm>
            <a:off x="749808" y="3264408"/>
            <a:ext cx="2482537" cy="3383280"/>
          </a:xfrm>
          <a:prstGeom prst="snip1Rect">
            <a:avLst>
              <a:gd name="adj" fmla="val 12892"/>
            </a:avLst>
          </a:prstGeom>
          <a:solidFill>
            <a:srgbClr val="FFD500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6" name="Image 1" descr="/tmp/claude-0/-home-user-the-5-agents/104e019b-481e-5835-b5aa-7854a99e3b07/scratchpad/uriel/assets/runner_st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23240"/>
            <a:ext cx="2482537" cy="33832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534097" y="2723240"/>
            <a:ext cx="8108959" cy="3383280"/>
          </a:xfrm>
          <a:prstGeom prst="snip1Rect">
            <a:avLst>
              <a:gd name="adj" fmla="val 14865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77800" dist="63500" dir="5400000" algn="bl" rotWithShape="0">
              <a:srgbClr val="0A0630">
                <a:alpha val="28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8" name="Text 4"/>
          <p:cNvSpPr/>
          <p:nvPr/>
        </p:nvSpPr>
        <p:spPr>
          <a:xfrm>
            <a:off x="3826706" y="3480607"/>
            <a:ext cx="7523741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04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140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</a:t>
            </a:r>
            <a:r>
              <a:rPr lang="en-US" sz="1500" i="1" dirty="0">
                <a:solidFill>
                  <a:srgbClr val="140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URIEL, we develop, manufacture, and market the most exceptional medical devices and services for a variety of different purposes.</a:t>
            </a:r>
            <a:endParaRPr lang="en-US" sz="1500" i="1" dirty="0"/>
          </a:p>
          <a:p>
            <a:pPr marL="0" indent="0" algn="just">
              <a:lnSpc>
                <a:spcPct val="104000"/>
              </a:lnSpc>
              <a:spcAft>
                <a:spcPts val="600"/>
              </a:spcAft>
              <a:buNone/>
            </a:pPr>
            <a:r>
              <a:rPr lang="en-US" sz="1500" i="1" dirty="0">
                <a:solidFill>
                  <a:srgbClr val="140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products combine updated and state-of-the-art design, impact driven, high quality and innovative technologies all to provide the most efficient solutions, from injury prevention to rehabilitation, with a high level of performance, based on more than 50 years of practical experience and research.</a:t>
            </a:r>
            <a:endParaRPr lang="en-US" sz="1500" i="1" dirty="0"/>
          </a:p>
          <a:p>
            <a:pPr marL="0" indent="0" algn="just">
              <a:lnSpc>
                <a:spcPct val="104000"/>
              </a:lnSpc>
              <a:buNone/>
            </a:pPr>
            <a:endParaRPr lang="en-US" b="1" i="1" dirty="0">
              <a:solidFill>
                <a:srgbClr val="140D4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just">
              <a:lnSpc>
                <a:spcPct val="104000"/>
              </a:lnSpc>
              <a:buNone/>
            </a:pPr>
            <a:r>
              <a:rPr lang="en-US" b="1" i="1" dirty="0">
                <a:solidFill>
                  <a:srgbClr val="140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mission is to inspire and motivate people, at any age, to live a more fulfilling and active life."</a:t>
            </a:r>
            <a:endParaRPr lang="en-US" i="1" dirty="0"/>
          </a:p>
        </p:txBody>
      </p:sp>
      <p:sp>
        <p:nvSpPr>
          <p:cNvPr id="9" name="Shape 5"/>
          <p:cNvSpPr/>
          <p:nvPr/>
        </p:nvSpPr>
        <p:spPr>
          <a:xfrm>
            <a:off x="3534098" y="2724697"/>
            <a:ext cx="3066282" cy="595887"/>
          </a:xfrm>
          <a:prstGeom prst="snip1Rect">
            <a:avLst>
              <a:gd name="adj" fmla="val 86207"/>
            </a:avLst>
          </a:prstGeom>
          <a:solidFill>
            <a:srgbClr val="FFD500"/>
          </a:solidFill>
          <a:ln/>
          <a:effectLst>
            <a:outerShdw blurRad="177800" dist="63500" dir="5400000" algn="bl" rotWithShape="0">
              <a:srgbClr val="0A0630">
                <a:alpha val="28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0" name="Text 6"/>
          <p:cNvSpPr/>
          <p:nvPr/>
        </p:nvSpPr>
        <p:spPr>
          <a:xfrm>
            <a:off x="3537139" y="2764386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50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VISION &amp; MISSION</a:t>
            </a:r>
            <a:endParaRPr lang="en-US" sz="1600" dirty="0"/>
          </a:p>
        </p:txBody>
      </p:sp>
      <p:pic>
        <p:nvPicPr>
          <p:cNvPr id="950" name="FooterLine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223000"/>
            <a:ext cx="12192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ur Stor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502920"/>
            <a:ext cx="8000000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JOURNEY</a:t>
            </a:r>
          </a:p>
        </p:txBody>
      </p:sp>
      <p:cxnSp>
        <p:nvCxnSpPr>
          <p:cNvPr id="10" name="Trunk"/>
          <p:cNvCxnSpPr/>
          <p:nvPr/>
        </p:nvCxnSpPr>
        <p:spPr>
          <a:xfrm>
            <a:off x="1241120" y="3825000"/>
            <a:ext cx="9509760" cy="1"/>
          </a:xfrm>
          <a:prstGeom prst="line">
            <a:avLst/>
          </a:prstGeom>
          <a:ln w="15875">
            <a:solidFill>
              <a:srgbClr val="9A99AC"/>
            </a:solidFill>
          </a:ln>
        </p:spPr>
      </p:cxnSp>
      <p:cxnSp>
        <p:nvCxnSpPr>
          <p:cNvPr id="180" name="TrunkExtension"/>
          <p:cNvCxnSpPr/>
          <p:nvPr/>
        </p:nvCxnSpPr>
        <p:spPr>
          <a:xfrm>
            <a:off x="10750880" y="3825000"/>
            <a:ext cx="700000" cy="1"/>
          </a:xfrm>
          <a:prstGeom prst="line">
            <a:avLst/>
          </a:prstGeom>
          <a:ln w="15875">
            <a:solidFill>
              <a:srgbClr val="9A99AC"/>
            </a:solidFill>
          </a:ln>
        </p:spPr>
      </p:cxnSp>
      <p:cxnSp>
        <p:nvCxnSpPr>
          <p:cNvPr id="181" name="TrunkExtensionFade"/>
          <p:cNvCxnSpPr/>
          <p:nvPr/>
        </p:nvCxnSpPr>
        <p:spPr>
          <a:xfrm>
            <a:off x="11450880" y="3825000"/>
            <a:ext cx="357952" cy="1"/>
          </a:xfrm>
          <a:prstGeom prst="line">
            <a:avLst/>
          </a:prstGeom>
          <a:ln w="15875">
            <a:gradFill>
              <a:gsLst>
                <a:gs pos="0">
                  <a:srgbClr val="9A99AC">
                    <a:alpha val="100000"/>
                  </a:srgbClr>
                </a:gs>
                <a:gs pos="100000">
                  <a:srgbClr val="9A99AC">
                    <a:alpha val="20000"/>
                  </a:srgbClr>
                </a:gs>
              </a:gsLst>
              <a:lin ang="0" scaled="1"/>
            </a:gradFill>
          </a:ln>
        </p:spPr>
      </p:cxnSp>
      <p:cxnSp>
        <p:nvCxnSpPr>
          <p:cNvPr id="182" name="TrunkExtensionTip"/>
          <p:cNvCxnSpPr/>
          <p:nvPr/>
        </p:nvCxnSpPr>
        <p:spPr>
          <a:xfrm>
            <a:off x="11808832" y="3825000"/>
            <a:ext cx="63168" cy="1"/>
          </a:xfrm>
          <a:prstGeom prst="line">
            <a:avLst/>
          </a:prstGeom>
          <a:ln w="15875">
            <a:solidFill>
              <a:srgbClr val="9A99AC">
                <a:alpha val="90000"/>
              </a:srgbClr>
            </a:solidFill>
            <a:tailEnd type="triangle" w="sm" len="sm"/>
          </a:ln>
        </p:spPr>
      </p:cxnSp>
      <p:cxnSp>
        <p:nvCxnSpPr>
          <p:cNvPr id="100" name="Connector0"/>
          <p:cNvCxnSpPr/>
          <p:nvPr/>
        </p:nvCxnSpPr>
        <p:spPr>
          <a:xfrm>
            <a:off x="1241120" y="3150000"/>
            <a:ext cx="1" cy="300000"/>
          </a:xfrm>
          <a:prstGeom prst="line">
            <a:avLst/>
          </a:prstGeom>
          <a:ln w="15875">
            <a:solidFill>
              <a:srgbClr val="9A99AC"/>
            </a:solidFill>
          </a:ln>
        </p:spPr>
      </p:cxnSp>
      <p:sp>
        <p:nvSpPr>
          <p:cNvPr id="101" name="Card0"/>
          <p:cNvSpPr/>
          <p:nvPr/>
        </p:nvSpPr>
        <p:spPr>
          <a:xfrm>
            <a:off x="416120" y="2250000"/>
            <a:ext cx="1650000" cy="900000"/>
          </a:xfrm>
          <a:prstGeom prst="snip1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 wrap="square" lIns="100000" tIns="100000" rIns="100000" bIns="10000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200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URIEL ESTABLISHED BY MR. URIEL ROZEN</a:t>
            </a:r>
          </a:p>
        </p:txBody>
      </p:sp>
      <p:sp>
        <p:nvSpPr>
          <p:cNvPr id="102" name="YearCircle0"/>
          <p:cNvSpPr/>
          <p:nvPr/>
        </p:nvSpPr>
        <p:spPr>
          <a:xfrm>
            <a:off x="866120" y="3450000"/>
            <a:ext cx="750000" cy="750000"/>
          </a:xfrm>
          <a:prstGeom prst="ellipse">
            <a:avLst/>
          </a:prstGeom>
          <a:solidFill>
            <a:srgbClr val="FFD500"/>
          </a:solidFill>
          <a:ln w="19050">
            <a:solidFill>
              <a:srgbClr val="FFFFFF"/>
            </a:solidFill>
          </a:ln>
          <a:effectLst>
            <a:outerShdw blurRad="76200" dist="25400" dir="5400000" algn="bl" rotWithShape="0">
              <a:srgbClr val="0A063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1970</a:t>
            </a:r>
          </a:p>
        </p:txBody>
      </p:sp>
      <p:cxnSp>
        <p:nvCxnSpPr>
          <p:cNvPr id="110" name="Connector1"/>
          <p:cNvCxnSpPr/>
          <p:nvPr/>
        </p:nvCxnSpPr>
        <p:spPr>
          <a:xfrm>
            <a:off x="2599657" y="4200000"/>
            <a:ext cx="1" cy="300000"/>
          </a:xfrm>
          <a:prstGeom prst="line">
            <a:avLst/>
          </a:prstGeom>
          <a:ln w="15875">
            <a:solidFill>
              <a:srgbClr val="9A99AC"/>
            </a:solidFill>
          </a:ln>
        </p:spPr>
      </p:cxnSp>
      <p:sp>
        <p:nvSpPr>
          <p:cNvPr id="111" name="Card1"/>
          <p:cNvSpPr/>
          <p:nvPr/>
        </p:nvSpPr>
        <p:spPr>
          <a:xfrm>
            <a:off x="1774657" y="4500000"/>
            <a:ext cx="1650000" cy="900000"/>
          </a:xfrm>
          <a:prstGeom prst="snip1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 wrap="square" lIns="100000" tIns="100000" rIns="100000" bIns="10000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200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MEDITEX GROUP LTD, </a:t>
            </a:r>
          </a:p>
          <a:p>
            <a:pPr marL="0" indent="0" algn="ctr">
              <a:lnSpc>
                <a:spcPct val="112000"/>
              </a:lnSpc>
              <a:buNone/>
            </a:pPr>
            <a:r>
              <a:rPr lang="en-US" sz="1200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MARKET LEADER</a:t>
            </a:r>
          </a:p>
        </p:txBody>
      </p:sp>
      <p:sp>
        <p:nvSpPr>
          <p:cNvPr id="112" name="YearCircle1"/>
          <p:cNvSpPr/>
          <p:nvPr/>
        </p:nvSpPr>
        <p:spPr>
          <a:xfrm>
            <a:off x="2224657" y="3450000"/>
            <a:ext cx="750000" cy="750000"/>
          </a:xfrm>
          <a:prstGeom prst="ellipse">
            <a:avLst/>
          </a:prstGeom>
          <a:solidFill>
            <a:srgbClr val="FFD500"/>
          </a:solidFill>
          <a:ln w="19050">
            <a:solidFill>
              <a:srgbClr val="FFFFFF"/>
            </a:solidFill>
          </a:ln>
          <a:effectLst>
            <a:outerShdw blurRad="76200" dist="25400" dir="5400000" algn="bl" rotWithShape="0">
              <a:srgbClr val="0A063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1982</a:t>
            </a:r>
          </a:p>
        </p:txBody>
      </p:sp>
      <p:cxnSp>
        <p:nvCxnSpPr>
          <p:cNvPr id="120" name="Connector2"/>
          <p:cNvCxnSpPr/>
          <p:nvPr/>
        </p:nvCxnSpPr>
        <p:spPr>
          <a:xfrm>
            <a:off x="3958194" y="3150000"/>
            <a:ext cx="1" cy="300000"/>
          </a:xfrm>
          <a:prstGeom prst="line">
            <a:avLst/>
          </a:prstGeom>
          <a:ln w="15875">
            <a:solidFill>
              <a:srgbClr val="9A99AC"/>
            </a:solidFill>
          </a:ln>
        </p:spPr>
      </p:cxnSp>
      <p:sp>
        <p:nvSpPr>
          <p:cNvPr id="121" name="Card2"/>
          <p:cNvSpPr/>
          <p:nvPr/>
        </p:nvSpPr>
        <p:spPr>
          <a:xfrm>
            <a:off x="3133194" y="2250000"/>
            <a:ext cx="1650000" cy="900000"/>
          </a:xfrm>
          <a:prstGeom prst="snip1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 wrap="square" lIns="100000" tIns="100000" rIns="100000" bIns="10000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200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ENTRANCE TO THE ORTHOPEDIC WORLD</a:t>
            </a:r>
          </a:p>
        </p:txBody>
      </p:sp>
      <p:sp>
        <p:nvSpPr>
          <p:cNvPr id="122" name="YearCircle2"/>
          <p:cNvSpPr/>
          <p:nvPr/>
        </p:nvSpPr>
        <p:spPr>
          <a:xfrm>
            <a:off x="3583194" y="3450000"/>
            <a:ext cx="750000" cy="750000"/>
          </a:xfrm>
          <a:prstGeom prst="ellipse">
            <a:avLst/>
          </a:prstGeom>
          <a:solidFill>
            <a:srgbClr val="FFD500"/>
          </a:solidFill>
          <a:ln w="19050">
            <a:solidFill>
              <a:srgbClr val="FFFFFF"/>
            </a:solidFill>
          </a:ln>
          <a:effectLst>
            <a:outerShdw blurRad="76200" dist="25400" dir="5400000" algn="bl" rotWithShape="0">
              <a:srgbClr val="0A063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2008</a:t>
            </a:r>
          </a:p>
        </p:txBody>
      </p:sp>
      <p:cxnSp>
        <p:nvCxnSpPr>
          <p:cNvPr id="130" name="Connector3"/>
          <p:cNvCxnSpPr/>
          <p:nvPr/>
        </p:nvCxnSpPr>
        <p:spPr>
          <a:xfrm>
            <a:off x="5316731" y="4200000"/>
            <a:ext cx="1" cy="300000"/>
          </a:xfrm>
          <a:prstGeom prst="line">
            <a:avLst/>
          </a:prstGeom>
          <a:ln w="15875">
            <a:solidFill>
              <a:srgbClr val="9A99AC"/>
            </a:solidFill>
          </a:ln>
        </p:spPr>
      </p:cxnSp>
      <p:sp>
        <p:nvSpPr>
          <p:cNvPr id="131" name="Card3"/>
          <p:cNvSpPr/>
          <p:nvPr/>
        </p:nvSpPr>
        <p:spPr>
          <a:xfrm>
            <a:off x="4491731" y="4500000"/>
            <a:ext cx="1650000" cy="900000"/>
          </a:xfrm>
          <a:prstGeom prst="snip1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 wrap="square" lIns="100000" tIns="100000" rIns="100000" bIns="10000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200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BECOMING OFFICIAL SUPPLIER OF HOSPITALS</a:t>
            </a:r>
          </a:p>
        </p:txBody>
      </p:sp>
      <p:sp>
        <p:nvSpPr>
          <p:cNvPr id="132" name="YearCircle3"/>
          <p:cNvSpPr/>
          <p:nvPr/>
        </p:nvSpPr>
        <p:spPr>
          <a:xfrm>
            <a:off x="4941731" y="3450000"/>
            <a:ext cx="750000" cy="750000"/>
          </a:xfrm>
          <a:prstGeom prst="ellipse">
            <a:avLst/>
          </a:prstGeom>
          <a:solidFill>
            <a:srgbClr val="FFD500"/>
          </a:solidFill>
          <a:ln w="19050">
            <a:solidFill>
              <a:srgbClr val="FFFFFF"/>
            </a:solidFill>
          </a:ln>
          <a:effectLst>
            <a:outerShdw blurRad="76200" dist="25400" dir="5400000" algn="bl" rotWithShape="0">
              <a:srgbClr val="0A063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</a:p>
        </p:txBody>
      </p:sp>
      <p:cxnSp>
        <p:nvCxnSpPr>
          <p:cNvPr id="140" name="Connector4"/>
          <p:cNvCxnSpPr/>
          <p:nvPr/>
        </p:nvCxnSpPr>
        <p:spPr>
          <a:xfrm>
            <a:off x="6675268" y="3150000"/>
            <a:ext cx="1" cy="300000"/>
          </a:xfrm>
          <a:prstGeom prst="line">
            <a:avLst/>
          </a:prstGeom>
          <a:ln w="15875">
            <a:solidFill>
              <a:srgbClr val="9A99AC"/>
            </a:solidFill>
          </a:ln>
        </p:spPr>
      </p:cxnSp>
      <p:sp>
        <p:nvSpPr>
          <p:cNvPr id="141" name="Card4"/>
          <p:cNvSpPr/>
          <p:nvPr/>
        </p:nvSpPr>
        <p:spPr>
          <a:xfrm>
            <a:off x="5850268" y="2250000"/>
            <a:ext cx="1650000" cy="900000"/>
          </a:xfrm>
          <a:prstGeom prst="snip1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 wrap="square" lIns="100000" tIns="100000" rIns="100000" bIns="10000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200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GOING WORLDWIDE, </a:t>
            </a:r>
          </a:p>
          <a:p>
            <a:pPr marL="0" indent="0" algn="ctr">
              <a:lnSpc>
                <a:spcPct val="112000"/>
              </a:lnSpc>
              <a:buNone/>
            </a:pPr>
            <a:r>
              <a:rPr lang="en-US" sz="1200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SERVING OVER 20 COUNTRIES </a:t>
            </a:r>
          </a:p>
        </p:txBody>
      </p:sp>
      <p:sp>
        <p:nvSpPr>
          <p:cNvPr id="142" name="YearCircle4"/>
          <p:cNvSpPr/>
          <p:nvPr/>
        </p:nvSpPr>
        <p:spPr>
          <a:xfrm>
            <a:off x="6300268" y="3450000"/>
            <a:ext cx="750000" cy="750000"/>
          </a:xfrm>
          <a:prstGeom prst="ellipse">
            <a:avLst/>
          </a:prstGeom>
          <a:solidFill>
            <a:srgbClr val="FFD500"/>
          </a:solidFill>
          <a:ln w="19050">
            <a:solidFill>
              <a:srgbClr val="FFFFFF"/>
            </a:solidFill>
          </a:ln>
          <a:effectLst>
            <a:outerShdw blurRad="76200" dist="25400" dir="5400000" algn="bl" rotWithShape="0">
              <a:srgbClr val="0A063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</a:p>
        </p:txBody>
      </p:sp>
      <p:cxnSp>
        <p:nvCxnSpPr>
          <p:cNvPr id="150" name="Connector5"/>
          <p:cNvCxnSpPr/>
          <p:nvPr/>
        </p:nvCxnSpPr>
        <p:spPr>
          <a:xfrm>
            <a:off x="8033805" y="4200000"/>
            <a:ext cx="1" cy="300000"/>
          </a:xfrm>
          <a:prstGeom prst="line">
            <a:avLst/>
          </a:prstGeom>
          <a:ln w="15875">
            <a:solidFill>
              <a:srgbClr val="9A99AC"/>
            </a:solidFill>
          </a:ln>
        </p:spPr>
      </p:cxnSp>
      <p:sp>
        <p:nvSpPr>
          <p:cNvPr id="151" name="Card5"/>
          <p:cNvSpPr/>
          <p:nvPr/>
        </p:nvSpPr>
        <p:spPr>
          <a:xfrm>
            <a:off x="7208805" y="4500000"/>
            <a:ext cx="1650000" cy="900000"/>
          </a:xfrm>
          <a:prstGeom prst="snip1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 wrap="square" lIns="100000" tIns="100000" rIns="100000" bIns="10000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200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OWNERSHIP</a:t>
            </a:r>
          </a:p>
        </p:txBody>
      </p:sp>
      <p:sp>
        <p:nvSpPr>
          <p:cNvPr id="152" name="YearCircle5"/>
          <p:cNvSpPr/>
          <p:nvPr/>
        </p:nvSpPr>
        <p:spPr>
          <a:xfrm>
            <a:off x="7658805" y="3450000"/>
            <a:ext cx="750000" cy="750000"/>
          </a:xfrm>
          <a:prstGeom prst="ellipse">
            <a:avLst/>
          </a:prstGeom>
          <a:solidFill>
            <a:srgbClr val="FFD500"/>
          </a:solidFill>
          <a:ln w="19050">
            <a:solidFill>
              <a:srgbClr val="FFFFFF"/>
            </a:solidFill>
          </a:ln>
          <a:effectLst>
            <a:outerShdw blurRad="76200" dist="25400" dir="5400000" algn="bl" rotWithShape="0">
              <a:srgbClr val="0A063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</a:t>
            </a:r>
          </a:p>
        </p:txBody>
      </p:sp>
      <p:cxnSp>
        <p:nvCxnSpPr>
          <p:cNvPr id="160" name="Connector6"/>
          <p:cNvCxnSpPr/>
          <p:nvPr/>
        </p:nvCxnSpPr>
        <p:spPr>
          <a:xfrm>
            <a:off x="9392342" y="3150000"/>
            <a:ext cx="1" cy="300000"/>
          </a:xfrm>
          <a:prstGeom prst="line">
            <a:avLst/>
          </a:prstGeom>
          <a:ln w="15875">
            <a:solidFill>
              <a:srgbClr val="9A99AC"/>
            </a:solidFill>
          </a:ln>
        </p:spPr>
      </p:cxnSp>
      <p:sp>
        <p:nvSpPr>
          <p:cNvPr id="161" name="Card6"/>
          <p:cNvSpPr/>
          <p:nvPr/>
        </p:nvSpPr>
        <p:spPr>
          <a:xfrm>
            <a:off x="8567342" y="2250000"/>
            <a:ext cx="1650000" cy="900000"/>
          </a:xfrm>
          <a:prstGeom prst="snip1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 wrap="square" lIns="100000" tIns="100000" rIns="100000" bIns="10000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200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</a:t>
            </a:r>
          </a:p>
          <a:p>
            <a:pPr marL="0" indent="0" algn="ctr">
              <a:lnSpc>
                <a:spcPct val="112000"/>
              </a:lnSpc>
              <a:buNone/>
            </a:pPr>
            <a:r>
              <a:rPr lang="en-US" sz="1200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URIEL.CO.IL</a:t>
            </a:r>
          </a:p>
        </p:txBody>
      </p:sp>
      <p:sp>
        <p:nvSpPr>
          <p:cNvPr id="162" name="YearCircle6"/>
          <p:cNvSpPr/>
          <p:nvPr/>
        </p:nvSpPr>
        <p:spPr>
          <a:xfrm>
            <a:off x="9017342" y="3450000"/>
            <a:ext cx="750000" cy="750000"/>
          </a:xfrm>
          <a:prstGeom prst="ellipse">
            <a:avLst/>
          </a:prstGeom>
          <a:solidFill>
            <a:srgbClr val="FFD500"/>
          </a:solidFill>
          <a:ln w="19050">
            <a:solidFill>
              <a:srgbClr val="FFFFFF"/>
            </a:solidFill>
          </a:ln>
          <a:effectLst>
            <a:outerShdw blurRad="76200" dist="25400" dir="5400000" algn="bl" rotWithShape="0">
              <a:srgbClr val="0A063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</a:p>
        </p:txBody>
      </p:sp>
      <p:cxnSp>
        <p:nvCxnSpPr>
          <p:cNvPr id="170" name="Connector7"/>
          <p:cNvCxnSpPr/>
          <p:nvPr/>
        </p:nvCxnSpPr>
        <p:spPr>
          <a:xfrm>
            <a:off x="10750880" y="4200000"/>
            <a:ext cx="1" cy="300000"/>
          </a:xfrm>
          <a:prstGeom prst="line">
            <a:avLst/>
          </a:prstGeom>
          <a:ln w="15875">
            <a:solidFill>
              <a:srgbClr val="9A99AC"/>
            </a:solidFill>
          </a:ln>
        </p:spPr>
      </p:cxnSp>
      <p:sp>
        <p:nvSpPr>
          <p:cNvPr id="171" name="Card7"/>
          <p:cNvSpPr/>
          <p:nvPr/>
        </p:nvSpPr>
        <p:spPr>
          <a:xfrm>
            <a:off x="9925880" y="4500000"/>
            <a:ext cx="1650000" cy="900000"/>
          </a:xfrm>
          <a:prstGeom prst="snip1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 wrap="square" lIns="100000" tIns="100000" rIns="100000" bIns="100000" rtlCol="0" anchor="ctr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200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ACQUISITIONS AND JV'S</a:t>
            </a:r>
          </a:p>
        </p:txBody>
      </p:sp>
      <p:sp>
        <p:nvSpPr>
          <p:cNvPr id="172" name="YearCircle7"/>
          <p:cNvSpPr/>
          <p:nvPr/>
        </p:nvSpPr>
        <p:spPr>
          <a:xfrm>
            <a:off x="10375880" y="3450000"/>
            <a:ext cx="750000" cy="750000"/>
          </a:xfrm>
          <a:prstGeom prst="ellipse">
            <a:avLst/>
          </a:prstGeom>
          <a:solidFill>
            <a:srgbClr val="FFD500"/>
          </a:solidFill>
          <a:ln w="19050">
            <a:solidFill>
              <a:srgbClr val="FFFFFF"/>
            </a:solidFill>
          </a:ln>
          <a:effectLst>
            <a:outerShdw blurRad="76200" dist="25400" dir="5400000" algn="bl" rotWithShape="0">
              <a:srgbClr val="0A063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</a:p>
        </p:txBody>
      </p:sp>
      <p:pic>
        <p:nvPicPr>
          <p:cNvPr id="950" name="FooterLine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23000"/>
            <a:ext cx="12192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orld Map">
    <p:bg>
      <p:bgPr>
        <a:solidFill>
          <a:srgbClr val="0A01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World Map Image"/>
          <p:cNvPicPr>
            <a:picLocks noChangeAspect="1"/>
          </p:cNvPicPr>
          <p:nvPr/>
        </p:nvPicPr>
        <p:blipFill>
          <a:blip r:embed="rId2"/>
          <a:srcRect l="6158" r="6158" b="19873"/>
          <a:stretch>
            <a:fillRect/>
          </a:stretch>
        </p:blipFill>
        <p:spPr>
          <a:xfrm>
            <a:off x="0" y="1778971"/>
            <a:ext cx="12192000" cy="5079029"/>
          </a:xfrm>
          <a:prstGeom prst="rect">
            <a:avLst/>
          </a:prstGeom>
        </p:spPr>
      </p:pic>
      <p:sp>
        <p:nvSpPr>
          <p:cNvPr id="3" name="Title"/>
          <p:cNvSpPr/>
          <p:nvPr/>
        </p:nvSpPr>
        <p:spPr>
          <a:xfrm>
            <a:off x="548639" y="140000"/>
            <a:ext cx="10772503" cy="10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400" b="1" kern="0" spc="20" dirty="0">
                <a:solidFill>
                  <a:srgbClr val="FFD500"/>
                </a:solidFill>
                <a:latin typeface="Arial" pitchFamily="34" charset="0"/>
                <a:cs typeface="Arial" pitchFamily="34" charset="-120"/>
              </a:rPr>
              <a:t>EMPOWERING BETTER </a:t>
            </a:r>
          </a:p>
          <a:p>
            <a:pPr>
              <a:lnSpc>
                <a:spcPct val="106000"/>
              </a:lnSpc>
            </a:pPr>
            <a:r>
              <a:rPr lang="en-US" sz="3400" b="1" kern="0" spc="20" dirty="0">
                <a:solidFill>
                  <a:srgbClr val="FFD500"/>
                </a:solidFill>
                <a:latin typeface="Arial" pitchFamily="34" charset="0"/>
                <a:cs typeface="Arial" pitchFamily="34" charset="-120"/>
              </a:rPr>
              <a:t>MOVEMENT </a:t>
            </a:r>
            <a:r>
              <a:rPr lang="he-IL" sz="3400" b="1" kern="0" spc="20" dirty="0">
                <a:solidFill>
                  <a:srgbClr val="FFD500"/>
                </a:solidFill>
                <a:latin typeface="Arial" pitchFamily="34" charset="0"/>
                <a:cs typeface="Arial" pitchFamily="34" charset="-120"/>
              </a:rPr>
              <a:t>ACROSS </a:t>
            </a:r>
            <a:r>
              <a:rPr lang="en-US" sz="3400" b="1" kern="0" spc="20" dirty="0">
                <a:solidFill>
                  <a:srgbClr val="FFD500"/>
                </a:solidFill>
                <a:latin typeface="Arial" pitchFamily="34" charset="0"/>
                <a:cs typeface="Arial" pitchFamily="34" charset="-120"/>
              </a:rPr>
              <a:t>+</a:t>
            </a:r>
            <a:r>
              <a:rPr lang="he-IL" sz="3400" b="1" kern="0" spc="20" dirty="0">
                <a:solidFill>
                  <a:srgbClr val="FFD500"/>
                </a:solidFill>
                <a:latin typeface="Arial" pitchFamily="34" charset="0"/>
                <a:cs typeface="Arial" pitchFamily="34" charset="-120"/>
              </a:rPr>
              <a:t>20</a:t>
            </a:r>
            <a:r>
              <a:rPr lang="en-US" sz="3400" b="1" kern="0" spc="20" dirty="0">
                <a:solidFill>
                  <a:srgbClr val="FFD500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he-IL" sz="3400" b="1" kern="0" spc="20" dirty="0">
                <a:solidFill>
                  <a:srgbClr val="FFD500"/>
                </a:solidFill>
                <a:latin typeface="Arial" pitchFamily="34" charset="0"/>
                <a:cs typeface="Arial" pitchFamily="34" charset="-120"/>
              </a:rPr>
              <a:t>COUNTRIES</a:t>
            </a:r>
            <a:endParaRPr lang="en-US" sz="3400" b="1" kern="0" spc="20" dirty="0">
              <a:solidFill>
                <a:srgbClr val="FFD500"/>
              </a:solidFill>
              <a:latin typeface="Arial" pitchFamily="34" charset="0"/>
              <a:cs typeface="Arial" pitchFamily="34" charset="-120"/>
            </a:endParaRPr>
          </a:p>
        </p:txBody>
      </p:sp>
      <p:pic>
        <p:nvPicPr>
          <p:cNvPr id="950" name="FooterLine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23000"/>
            <a:ext cx="12192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372000">
            <a:off x="7818120" y="-2103120"/>
            <a:ext cx="6675120" cy="10881360"/>
          </a:xfrm>
          <a:prstGeom prst="rect">
            <a:avLst/>
          </a:prstGeom>
          <a:solidFill>
            <a:srgbClr val="140D41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9281160" y="685800"/>
            <a:ext cx="2453335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8000"/>
              </a:lnSpc>
            </a:pPr>
            <a:r>
              <a:rPr lang="he-IL" sz="2800" b="1" dirty="0">
                <a:solidFill>
                  <a:srgbClr val="FFD500"/>
                </a:solidFill>
                <a:latin typeface="Arial" pitchFamily="34" charset="0"/>
                <a:cs typeface="Arial" pitchFamily="34" charset="-120"/>
              </a:rPr>
              <a:t>PARTNERING WITH LEADING HOSPITALS WORLDWIDE</a:t>
            </a:r>
            <a:r>
              <a:rPr lang="en-US" sz="2800" b="1" dirty="0">
                <a:solidFill>
                  <a:srgbClr val="FFD500"/>
                </a:solidFill>
                <a:latin typeface="Arial" pitchFamily="34" charset="0"/>
                <a:cs typeface="Arial" pitchFamily="34" charset="-120"/>
              </a:rPr>
              <a:t> </a:t>
            </a:r>
          </a:p>
        </p:txBody>
      </p:sp>
      <p:sp>
        <p:nvSpPr>
          <p:cNvPr id="4" name="Shape 2"/>
          <p:cNvSpPr/>
          <p:nvPr/>
        </p:nvSpPr>
        <p:spPr>
          <a:xfrm>
            <a:off x="548640" y="502920"/>
            <a:ext cx="4434840" cy="975156"/>
          </a:xfrm>
          <a:prstGeom prst="snip1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200" name="Flag Netherland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791" y="632920"/>
            <a:ext cx="294667" cy="221000"/>
          </a:xfrm>
          <a:prstGeom prst="rect">
            <a:avLst/>
          </a:prstGeom>
          <a:ln w="3175">
            <a:solidFill>
              <a:srgbClr val="E6E6EC"/>
            </a:solidFill>
          </a:ln>
        </p:spPr>
      </p:pic>
      <p:sp>
        <p:nvSpPr>
          <p:cNvPr id="104" name="flaglabel"/>
          <p:cNvSpPr/>
          <p:nvPr/>
        </p:nvSpPr>
        <p:spPr>
          <a:xfrm>
            <a:off x="548640" y="873920"/>
            <a:ext cx="88696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Netherlands</a:t>
            </a:r>
            <a:endParaRPr lang="en-US" sz="900" dirty="0"/>
          </a:p>
        </p:txBody>
      </p:sp>
      <p:pic>
        <p:nvPicPr>
          <p:cNvPr id="201" name="Flag Switzerlan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1759" y="632920"/>
            <a:ext cx="294667" cy="221000"/>
          </a:xfrm>
          <a:prstGeom prst="rect">
            <a:avLst/>
          </a:prstGeom>
          <a:ln w="3175">
            <a:solidFill>
              <a:srgbClr val="E6E6EC"/>
            </a:solidFill>
          </a:ln>
        </p:spPr>
      </p:pic>
      <p:sp>
        <p:nvSpPr>
          <p:cNvPr id="108" name="flaglabel"/>
          <p:cNvSpPr/>
          <p:nvPr/>
        </p:nvSpPr>
        <p:spPr>
          <a:xfrm>
            <a:off x="1435608" y="873920"/>
            <a:ext cx="88696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Switzerland</a:t>
            </a:r>
            <a:endParaRPr lang="en-US" sz="900" dirty="0"/>
          </a:p>
        </p:txBody>
      </p:sp>
      <p:pic>
        <p:nvPicPr>
          <p:cNvPr id="202" name="Flag Austri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8727" y="632920"/>
            <a:ext cx="294667" cy="221000"/>
          </a:xfrm>
          <a:prstGeom prst="rect">
            <a:avLst/>
          </a:prstGeom>
          <a:ln w="3175">
            <a:solidFill>
              <a:srgbClr val="E6E6EC"/>
            </a:solidFill>
          </a:ln>
        </p:spPr>
      </p:pic>
      <p:sp>
        <p:nvSpPr>
          <p:cNvPr id="112" name="flaglabel"/>
          <p:cNvSpPr/>
          <p:nvPr/>
        </p:nvSpPr>
        <p:spPr>
          <a:xfrm>
            <a:off x="2322576" y="873920"/>
            <a:ext cx="88696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Austria</a:t>
            </a:r>
            <a:endParaRPr lang="en-US" sz="900" dirty="0"/>
          </a:p>
        </p:txBody>
      </p:sp>
      <p:pic>
        <p:nvPicPr>
          <p:cNvPr id="203" name="Flag Israel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5695" y="632920"/>
            <a:ext cx="294667" cy="221000"/>
          </a:xfrm>
          <a:prstGeom prst="rect">
            <a:avLst/>
          </a:prstGeom>
          <a:ln w="3175">
            <a:solidFill>
              <a:srgbClr val="E6E6EC"/>
            </a:solidFill>
          </a:ln>
        </p:spPr>
      </p:pic>
      <p:sp>
        <p:nvSpPr>
          <p:cNvPr id="118" name="flaglabel"/>
          <p:cNvSpPr/>
          <p:nvPr/>
        </p:nvSpPr>
        <p:spPr>
          <a:xfrm>
            <a:off x="3209544" y="873920"/>
            <a:ext cx="88696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Israel</a:t>
            </a:r>
            <a:endParaRPr lang="en-US" sz="900" dirty="0"/>
          </a:p>
        </p:txBody>
      </p:sp>
      <p:pic>
        <p:nvPicPr>
          <p:cNvPr id="204" name="Flag Germany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92663" y="632920"/>
            <a:ext cx="294667" cy="221000"/>
          </a:xfrm>
          <a:prstGeom prst="rect">
            <a:avLst/>
          </a:prstGeom>
          <a:ln w="3175">
            <a:solidFill>
              <a:srgbClr val="E6E6EC"/>
            </a:solidFill>
          </a:ln>
        </p:spPr>
      </p:pic>
      <p:sp>
        <p:nvSpPr>
          <p:cNvPr id="122" name="flaglabel"/>
          <p:cNvSpPr/>
          <p:nvPr/>
        </p:nvSpPr>
        <p:spPr>
          <a:xfrm>
            <a:off x="4096512" y="873920"/>
            <a:ext cx="88696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Germany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2148840"/>
            <a:ext cx="1511046" cy="1828800"/>
          </a:xfrm>
          <a:prstGeom prst="snip1Rect">
            <a:avLst>
              <a:gd name="adj" fmla="val 13313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7" name="Image 1" descr="/tmp/claude-0/-home-user-the-5-agents/104e019b-481e-5835-b5aa-7854a99e3b07/scratchpad/uriel/assets/hosp_usz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" y="2941538"/>
            <a:ext cx="962406" cy="24340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315718" y="2350008"/>
            <a:ext cx="1511046" cy="1828800"/>
          </a:xfrm>
          <a:prstGeom prst="snip1Rect">
            <a:avLst>
              <a:gd name="adj" fmla="val 13313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9" name="Image 2" descr="/tmp/claude-0/-home-user-the-5-agents/104e019b-481e-5835-b5aa-7854a99e3b07/scratchpad/uriel/assets/hosp_ziekenhui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90038" y="2909157"/>
            <a:ext cx="962406" cy="710501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082796" y="2148840"/>
            <a:ext cx="1511046" cy="1828800"/>
          </a:xfrm>
          <a:prstGeom prst="snip1Rect">
            <a:avLst>
              <a:gd name="adj" fmla="val 13313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1" name="Image 3" descr="/tmp/claude-0/-home-user-the-5-agents/104e019b-481e-5835-b5aa-7854a99e3b07/scratchpad/uriel/assets/hosp_sheb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7116" y="2792927"/>
            <a:ext cx="962406" cy="540625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5849874" y="2350008"/>
            <a:ext cx="1511046" cy="1828800"/>
          </a:xfrm>
          <a:prstGeom prst="snip1Rect">
            <a:avLst>
              <a:gd name="adj" fmla="val 13313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4" name="Shape 7"/>
          <p:cNvSpPr/>
          <p:nvPr/>
        </p:nvSpPr>
        <p:spPr>
          <a:xfrm>
            <a:off x="548640" y="4270248"/>
            <a:ext cx="1511046" cy="1828800"/>
          </a:xfrm>
          <a:prstGeom prst="snip1Rect">
            <a:avLst>
              <a:gd name="adj" fmla="val 13313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5" name="Image 5" descr="/tmp/claude-0/-home-user-the-5-agents/104e019b-481e-5835-b5aa-7854a99e3b07/scratchpad/uriel/assets/hosp_hadassa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960" y="4701473"/>
            <a:ext cx="962406" cy="966350"/>
          </a:xfrm>
          <a:prstGeom prst="rect">
            <a:avLst/>
          </a:prstGeom>
        </p:spPr>
      </p:pic>
      <p:sp>
        <p:nvSpPr>
          <p:cNvPr id="16" name="Shape 8"/>
          <p:cNvSpPr/>
          <p:nvPr/>
        </p:nvSpPr>
        <p:spPr>
          <a:xfrm>
            <a:off x="2315718" y="4471416"/>
            <a:ext cx="1511046" cy="1828800"/>
          </a:xfrm>
          <a:prstGeom prst="snip1Rect">
            <a:avLst>
              <a:gd name="adj" fmla="val 13313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7" name="Image 6" descr="/tmp/claude-0/-home-user-the-5-agents/104e019b-481e-5835-b5aa-7854a99e3b07/scratchpad/uriel/assets/hosp_charit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90038" y="5177101"/>
            <a:ext cx="962406" cy="417429"/>
          </a:xfrm>
          <a:prstGeom prst="rect">
            <a:avLst/>
          </a:prstGeom>
        </p:spPr>
      </p:pic>
      <p:sp>
        <p:nvSpPr>
          <p:cNvPr id="18" name="Shape 9"/>
          <p:cNvSpPr/>
          <p:nvPr/>
        </p:nvSpPr>
        <p:spPr>
          <a:xfrm>
            <a:off x="4082796" y="4270248"/>
            <a:ext cx="1511046" cy="1828800"/>
          </a:xfrm>
          <a:prstGeom prst="snip1Rect">
            <a:avLst>
              <a:gd name="adj" fmla="val 13313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21" name="תמונה 20" descr="Tel Aviv Medical Center | LinkedIn">
            <a:extLst>
              <a:ext uri="{FF2B5EF4-FFF2-40B4-BE49-F238E27FC236}">
                <a16:creationId xmlns:a16="http://schemas.microsoft.com/office/drawing/2014/main" id="{A2AE2E27-FF24-1B05-C425-A33682E8302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87514" y="4766213"/>
            <a:ext cx="901610" cy="901610"/>
          </a:xfrm>
          <a:prstGeom prst="rect">
            <a:avLst/>
          </a:prstGeom>
        </p:spPr>
      </p:pic>
      <p:pic>
        <p:nvPicPr>
          <p:cNvPr id="20" name="תמונה 19" descr="Christian Friends of Rambam | Haifa">
            <a:extLst>
              <a:ext uri="{FF2B5EF4-FFF2-40B4-BE49-F238E27FC236}">
                <a16:creationId xmlns:a16="http://schemas.microsoft.com/office/drawing/2014/main" id="{254F9536-A78F-490B-475B-7A0EE7125CF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21300" y="2876021"/>
            <a:ext cx="1029444" cy="915061"/>
          </a:xfrm>
          <a:prstGeom prst="rect">
            <a:avLst/>
          </a:prstGeom>
        </p:spPr>
      </p:pic>
      <p:pic>
        <p:nvPicPr>
          <p:cNvPr id="950" name="FooterLineLogo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0" y="6223000"/>
            <a:ext cx="12192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gulation Around The World">
    <p:bg>
      <p:bgPr>
        <a:solidFill>
          <a:srgbClr val="0A01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502920"/>
            <a:ext cx="900000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800" b="1" kern="0" spc="20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REGULATION</a:t>
            </a:r>
          </a:p>
          <a:p>
            <a:pPr marL="0" indent="0" algn="l">
              <a:lnSpc>
                <a:spcPct val="106000"/>
              </a:lnSpc>
              <a:buNone/>
            </a:pPr>
            <a:r>
              <a:rPr lang="en-US" sz="3800" b="1" kern="0" spc="20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AROUND THE WORLD</a:t>
            </a:r>
          </a:p>
        </p:txBody>
      </p:sp>
      <p:sp>
        <p:nvSpPr>
          <p:cNvPr id="3" name="Body"/>
          <p:cNvSpPr/>
          <p:nvPr/>
        </p:nvSpPr>
        <p:spPr>
          <a:xfrm>
            <a:off x="548640" y="2350000"/>
            <a:ext cx="8755017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URIEL MEETS THE HIGHEST STANDARDS OF THE AUTHORITIES IN ISRAEL AND AROUND THE WORLD</a:t>
            </a:r>
          </a:p>
        </p:txBody>
      </p:sp>
      <p:sp>
        <p:nvSpPr>
          <p:cNvPr id="100" name="LogoCard1"/>
          <p:cNvSpPr/>
          <p:nvPr/>
        </p:nvSpPr>
        <p:spPr>
          <a:xfrm>
            <a:off x="548640" y="4000000"/>
            <a:ext cx="2548680" cy="1900000"/>
          </a:xfrm>
          <a:prstGeom prst="snip1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27000" dist="508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01" name="Logo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825" y="4475000"/>
            <a:ext cx="1674309" cy="950000"/>
          </a:xfrm>
          <a:prstGeom prst="rect">
            <a:avLst/>
          </a:prstGeom>
        </p:spPr>
      </p:pic>
      <p:sp>
        <p:nvSpPr>
          <p:cNvPr id="110" name="LogoCard2"/>
          <p:cNvSpPr/>
          <p:nvPr/>
        </p:nvSpPr>
        <p:spPr>
          <a:xfrm>
            <a:off x="3397320" y="4000000"/>
            <a:ext cx="2548680" cy="1900000"/>
          </a:xfrm>
          <a:prstGeom prst="snip1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27000" dist="508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11" name="Logo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5108" y="4598652"/>
            <a:ext cx="1733102" cy="702694"/>
          </a:xfrm>
          <a:prstGeom prst="rect">
            <a:avLst/>
          </a:prstGeom>
        </p:spPr>
      </p:pic>
      <p:sp>
        <p:nvSpPr>
          <p:cNvPr id="120" name="LogoCard3"/>
          <p:cNvSpPr/>
          <p:nvPr/>
        </p:nvSpPr>
        <p:spPr>
          <a:xfrm>
            <a:off x="6246000" y="4000000"/>
            <a:ext cx="2548680" cy="1900000"/>
          </a:xfrm>
          <a:prstGeom prst="snip1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27000" dist="508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21" name="Logo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1493" y="4475000"/>
            <a:ext cx="1257692" cy="950000"/>
          </a:xfrm>
          <a:prstGeom prst="rect">
            <a:avLst/>
          </a:prstGeom>
        </p:spPr>
      </p:pic>
      <p:sp>
        <p:nvSpPr>
          <p:cNvPr id="130" name="LogoCard4"/>
          <p:cNvSpPr/>
          <p:nvPr/>
        </p:nvSpPr>
        <p:spPr>
          <a:xfrm>
            <a:off x="9094680" y="4000000"/>
            <a:ext cx="2548680" cy="1900000"/>
          </a:xfrm>
          <a:prstGeom prst="snip1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27000" dist="508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31" name="Logo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2468" y="4522763"/>
            <a:ext cx="1733102" cy="854473"/>
          </a:xfrm>
          <a:prstGeom prst="rect">
            <a:avLst/>
          </a:prstGeom>
        </p:spPr>
      </p:pic>
      <p:pic>
        <p:nvPicPr>
          <p:cNvPr id="950" name="FooterLin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223000"/>
            <a:ext cx="12192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Uriel Headquarters and Warehous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502920"/>
            <a:ext cx="9200000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URIEL HEADQUARTERS AND WAREHOUSE</a:t>
            </a:r>
            <a:endParaRPr lang="en-US" sz="3200" dirty="0"/>
          </a:p>
        </p:txBody>
      </p:sp>
      <p:pic>
        <p:nvPicPr>
          <p:cNvPr id="110" name="Photo1_HQ"/>
          <p:cNvPicPr>
            <a:picLocks noChangeAspect="1"/>
          </p:cNvPicPr>
          <p:nvPr/>
        </p:nvPicPr>
        <p:blipFill>
          <a:blip r:embed="rId2"/>
          <a:srcRect t="16694" b="8989"/>
          <a:stretch>
            <a:fillRect/>
          </a:stretch>
        </p:blipFill>
        <p:spPr>
          <a:xfrm>
            <a:off x="548640" y="1600000"/>
            <a:ext cx="4600000" cy="4557950"/>
          </a:xfrm>
          <a:prstGeom prst="rect">
            <a:avLst/>
          </a:prstGeom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</p:pic>
      <p:pic>
        <p:nvPicPr>
          <p:cNvPr id="111" name="Photo2_Factory"/>
          <p:cNvPicPr>
            <a:picLocks noChangeAspect="1"/>
          </p:cNvPicPr>
          <p:nvPr/>
        </p:nvPicPr>
        <p:blipFill>
          <a:blip r:embed="rId3"/>
          <a:srcRect t="7404" b="7404"/>
          <a:stretch>
            <a:fillRect/>
          </a:stretch>
        </p:blipFill>
        <p:spPr>
          <a:xfrm>
            <a:off x="5422960" y="1600000"/>
            <a:ext cx="4012748" cy="4557950"/>
          </a:xfrm>
          <a:prstGeom prst="rect">
            <a:avLst/>
          </a:prstGeom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</p:pic>
      <p:pic>
        <p:nvPicPr>
          <p:cNvPr id="112" name="Photo3_Shelves"/>
          <p:cNvPicPr>
            <a:picLocks noChangeAspect="1"/>
          </p:cNvPicPr>
          <p:nvPr/>
        </p:nvPicPr>
        <p:blipFill>
          <a:blip r:embed="rId4"/>
          <a:srcRect t="9272" b="6181"/>
          <a:stretch>
            <a:fillRect/>
          </a:stretch>
        </p:blipFill>
        <p:spPr>
          <a:xfrm>
            <a:off x="9710028" y="1600000"/>
            <a:ext cx="1900000" cy="2141815"/>
          </a:xfrm>
          <a:prstGeom prst="rect">
            <a:avLst/>
          </a:prstGeom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</p:pic>
      <p:pic>
        <p:nvPicPr>
          <p:cNvPr id="113" name="Photo4_Cartons"/>
          <p:cNvPicPr>
            <a:picLocks noChangeAspect="1"/>
          </p:cNvPicPr>
          <p:nvPr/>
        </p:nvPicPr>
        <p:blipFill>
          <a:blip r:embed="rId5"/>
          <a:srcRect t="9272" b="6181"/>
          <a:stretch>
            <a:fillRect/>
          </a:stretch>
        </p:blipFill>
        <p:spPr>
          <a:xfrm>
            <a:off x="9710028" y="4016135"/>
            <a:ext cx="1900000" cy="2141815"/>
          </a:xfrm>
          <a:prstGeom prst="rect">
            <a:avLst/>
          </a:prstGeom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</p:pic>
      <p:pic>
        <p:nvPicPr>
          <p:cNvPr id="950" name="FooterLin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223000"/>
            <a:ext cx="12192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orking with Expert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502920"/>
            <a:ext cx="6900000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WITH EXPERTS</a:t>
            </a:r>
            <a:endParaRPr lang="en-US" sz="3200" dirty="0"/>
          </a:p>
        </p:txBody>
      </p:sp>
      <p:sp>
        <p:nvSpPr>
          <p:cNvPr id="3" name="Badge"/>
          <p:cNvSpPr/>
          <p:nvPr/>
        </p:nvSpPr>
        <p:spPr>
          <a:xfrm>
            <a:off x="548640" y="1320000"/>
            <a:ext cx="2950000" cy="460000"/>
          </a:xfrm>
          <a:prstGeom prst="snip1Rect">
            <a:avLst>
              <a:gd name="adj" fmla="val 89286"/>
            </a:avLst>
          </a:prstGeom>
          <a:solidFill>
            <a:srgbClr val="9A82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ADVISORY BOARD</a:t>
            </a:r>
            <a:endParaRPr lang="en-US" sz="1100" dirty="0"/>
          </a:p>
        </p:txBody>
      </p:sp>
      <p:sp>
        <p:nvSpPr>
          <p:cNvPr id="10" name="Card1"/>
          <p:cNvSpPr/>
          <p:nvPr/>
        </p:nvSpPr>
        <p:spPr>
          <a:xfrm>
            <a:off x="548640" y="2450000"/>
            <a:ext cx="1520000" cy="3500000"/>
          </a:xfrm>
          <a:prstGeom prst="snip1Rect">
            <a:avLst>
              <a:gd name="adj" fmla="val 7500"/>
            </a:avLst>
          </a:prstGeom>
          <a:solidFill>
            <a:srgbClr val="FFFFFF"/>
          </a:solidFill>
          <a:ln w="15875">
            <a:solidFill>
              <a:srgbClr val="9A8200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1" name="Portrait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640" y="2600000"/>
            <a:ext cx="1220000" cy="1220000"/>
          </a:xfrm>
          <a:prstGeom prst="snip1Rect">
            <a:avLst>
              <a:gd name="adj" fmla="val 6000"/>
            </a:avLst>
          </a:prstGeom>
          <a:ln w="9525">
            <a:solidFill>
              <a:srgbClr val="9A8200"/>
            </a:solidFill>
          </a:ln>
        </p:spPr>
      </p:pic>
      <p:sp>
        <p:nvSpPr>
          <p:cNvPr id="12" name="Name1"/>
          <p:cNvSpPr/>
          <p:nvPr/>
        </p:nvSpPr>
        <p:spPr>
          <a:xfrm>
            <a:off x="548640" y="3940000"/>
            <a:ext cx="152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PROF. REIS</a:t>
            </a:r>
            <a:endParaRPr lang="en-US" sz="1200" dirty="0"/>
          </a:p>
        </p:txBody>
      </p:sp>
      <p:sp>
        <p:nvSpPr>
          <p:cNvPr id="13" name="Role1"/>
          <p:cNvSpPr/>
          <p:nvPr/>
        </p:nvSpPr>
        <p:spPr>
          <a:xfrm>
            <a:off x="548640" y="4220000"/>
            <a:ext cx="1520000" cy="15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9A8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Orthopedic specialist</a:t>
            </a:r>
          </a:p>
          <a:p>
            <a:pPr marL="0" indent="0" algn="ctr">
              <a:lnSpc>
                <a:spcPct val="112000"/>
              </a:lnSpc>
              <a:buNone/>
            </a:pPr>
            <a:r>
              <a:rPr lang="en-US" sz="900" dirty="0">
                <a:solidFill>
                  <a:srgbClr val="49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 president of the Israeli Association for Orthopedics</a:t>
            </a:r>
            <a:endParaRPr lang="en-US" sz="900" dirty="0"/>
          </a:p>
        </p:txBody>
      </p:sp>
      <p:sp>
        <p:nvSpPr>
          <p:cNvPr id="20" name="Card2"/>
          <p:cNvSpPr/>
          <p:nvPr/>
        </p:nvSpPr>
        <p:spPr>
          <a:xfrm>
            <a:off x="2348640" y="2450000"/>
            <a:ext cx="1520000" cy="3500000"/>
          </a:xfrm>
          <a:prstGeom prst="snip1Rect">
            <a:avLst>
              <a:gd name="adj" fmla="val 7500"/>
            </a:avLst>
          </a:prstGeom>
          <a:solidFill>
            <a:srgbClr val="FFFFFF"/>
          </a:solidFill>
          <a:ln w="15875">
            <a:solidFill>
              <a:srgbClr val="9A8200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21" name="Portrait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8640" y="2600000"/>
            <a:ext cx="1220000" cy="1220000"/>
          </a:xfrm>
          <a:prstGeom prst="snip1Rect">
            <a:avLst>
              <a:gd name="adj" fmla="val 6000"/>
            </a:avLst>
          </a:prstGeom>
          <a:ln w="9525">
            <a:solidFill>
              <a:srgbClr val="9A8200"/>
            </a:solidFill>
          </a:ln>
        </p:spPr>
      </p:pic>
      <p:sp>
        <p:nvSpPr>
          <p:cNvPr id="22" name="Name2"/>
          <p:cNvSpPr/>
          <p:nvPr/>
        </p:nvSpPr>
        <p:spPr>
          <a:xfrm>
            <a:off x="2348640" y="3940000"/>
            <a:ext cx="152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BOAZ LAZAR</a:t>
            </a:r>
            <a:endParaRPr lang="en-US" sz="1200" dirty="0"/>
          </a:p>
        </p:txBody>
      </p:sp>
      <p:sp>
        <p:nvSpPr>
          <p:cNvPr id="23" name="Role2"/>
          <p:cNvSpPr/>
          <p:nvPr/>
        </p:nvSpPr>
        <p:spPr>
          <a:xfrm>
            <a:off x="2348640" y="4220000"/>
            <a:ext cx="1520000" cy="15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9A8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Textile product expert</a:t>
            </a:r>
            <a:endParaRPr lang="en-US" sz="900" dirty="0"/>
          </a:p>
        </p:txBody>
      </p:sp>
      <p:sp>
        <p:nvSpPr>
          <p:cNvPr id="30" name="Card3"/>
          <p:cNvSpPr/>
          <p:nvPr/>
        </p:nvSpPr>
        <p:spPr>
          <a:xfrm>
            <a:off x="4148640" y="2450000"/>
            <a:ext cx="1520000" cy="3500000"/>
          </a:xfrm>
          <a:prstGeom prst="snip1Rect">
            <a:avLst>
              <a:gd name="adj" fmla="val 7500"/>
            </a:avLst>
          </a:prstGeom>
          <a:solidFill>
            <a:srgbClr val="FFFFFF"/>
          </a:solidFill>
          <a:ln w="15875">
            <a:solidFill>
              <a:srgbClr val="9A8200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1" name="Portrait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8640" y="2600000"/>
            <a:ext cx="1220000" cy="1220000"/>
          </a:xfrm>
          <a:prstGeom prst="snip1Rect">
            <a:avLst>
              <a:gd name="adj" fmla="val 6000"/>
            </a:avLst>
          </a:prstGeom>
          <a:ln w="9525">
            <a:solidFill>
              <a:srgbClr val="9A8200"/>
            </a:solidFill>
          </a:ln>
        </p:spPr>
      </p:pic>
      <p:sp>
        <p:nvSpPr>
          <p:cNvPr id="32" name="Name3"/>
          <p:cNvSpPr/>
          <p:nvPr/>
        </p:nvSpPr>
        <p:spPr>
          <a:xfrm>
            <a:off x="4148640" y="3940000"/>
            <a:ext cx="152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EYAL ZUR</a:t>
            </a:r>
            <a:endParaRPr lang="en-US" sz="1200" dirty="0"/>
          </a:p>
        </p:txBody>
      </p:sp>
      <p:sp>
        <p:nvSpPr>
          <p:cNvPr id="33" name="Role3"/>
          <p:cNvSpPr/>
          <p:nvPr/>
        </p:nvSpPr>
        <p:spPr>
          <a:xfrm>
            <a:off x="4148640" y="4220000"/>
            <a:ext cx="1520000" cy="15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9A8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Wearable &amp; Innovative Smart Textile consultant</a:t>
            </a:r>
            <a:endParaRPr lang="en-US" sz="900" dirty="0"/>
          </a:p>
        </p:txBody>
      </p:sp>
      <p:sp>
        <p:nvSpPr>
          <p:cNvPr id="40" name="Card4"/>
          <p:cNvSpPr/>
          <p:nvPr/>
        </p:nvSpPr>
        <p:spPr>
          <a:xfrm>
            <a:off x="5948640" y="2450000"/>
            <a:ext cx="1520000" cy="3500000"/>
          </a:xfrm>
          <a:prstGeom prst="snip1Rect">
            <a:avLst>
              <a:gd name="adj" fmla="val 7500"/>
            </a:avLst>
          </a:prstGeom>
          <a:solidFill>
            <a:srgbClr val="FFFFFF"/>
          </a:solidFill>
          <a:ln w="15875">
            <a:solidFill>
              <a:srgbClr val="9A8200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41" name="Portrait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8640" y="2600000"/>
            <a:ext cx="1220000" cy="1220000"/>
          </a:xfrm>
          <a:prstGeom prst="snip1Rect">
            <a:avLst>
              <a:gd name="adj" fmla="val 6000"/>
            </a:avLst>
          </a:prstGeom>
          <a:ln w="9525">
            <a:solidFill>
              <a:srgbClr val="9A8200"/>
            </a:solidFill>
          </a:ln>
        </p:spPr>
      </p:pic>
      <p:sp>
        <p:nvSpPr>
          <p:cNvPr id="42" name="Name4"/>
          <p:cNvSpPr/>
          <p:nvPr/>
        </p:nvSpPr>
        <p:spPr>
          <a:xfrm>
            <a:off x="5948640" y="3940000"/>
            <a:ext cx="152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URIA MORAN</a:t>
            </a:r>
            <a:endParaRPr lang="en-US" sz="1200" dirty="0"/>
          </a:p>
        </p:txBody>
      </p:sp>
      <p:sp>
        <p:nvSpPr>
          <p:cNvPr id="43" name="Role4"/>
          <p:cNvSpPr/>
          <p:nvPr/>
        </p:nvSpPr>
        <p:spPr>
          <a:xfrm>
            <a:off x="5948640" y="4220000"/>
            <a:ext cx="1520000" cy="15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9A8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Physiotherapist, BPT, MSc</a:t>
            </a:r>
          </a:p>
          <a:p>
            <a:pPr marL="0" indent="0" algn="ctr">
              <a:lnSpc>
                <a:spcPct val="112000"/>
              </a:lnSpc>
              <a:buNone/>
            </a:pPr>
            <a:r>
              <a:rPr lang="en-US" sz="900" dirty="0">
                <a:solidFill>
                  <a:srgbClr val="49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 IDF head of physiotherapy</a:t>
            </a:r>
            <a:endParaRPr lang="en-US" sz="900" dirty="0"/>
          </a:p>
        </p:txBody>
      </p:sp>
      <p:sp>
        <p:nvSpPr>
          <p:cNvPr id="50" name="MedicalPanel"/>
          <p:cNvSpPr/>
          <p:nvPr/>
        </p:nvSpPr>
        <p:spPr>
          <a:xfrm>
            <a:off x="7909560" y="560080"/>
            <a:ext cx="3779215" cy="5623560"/>
          </a:xfrm>
          <a:prstGeom prst="snip1Rect">
            <a:avLst>
              <a:gd name="adj" fmla="val 9678"/>
            </a:avLst>
          </a:prstGeom>
          <a:solidFill>
            <a:srgbClr val="140D41"/>
          </a:solidFill>
          <a:ln w="9525">
            <a:solidFill>
              <a:srgbClr val="9A8200"/>
            </a:solidFill>
          </a:ln>
          <a:effectLst>
            <a:outerShdw blurRad="177800" dist="63500" dir="5400000" algn="bl" rotWithShape="0">
              <a:srgbClr val="0A0630">
                <a:alpha val="28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51" name="MedicalPhot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9560" y="710080"/>
            <a:ext cx="3479215" cy="3479215"/>
          </a:xfrm>
          <a:prstGeom prst="snip1Rect">
            <a:avLst>
              <a:gd name="adj" fmla="val 4500"/>
            </a:avLst>
          </a:prstGeom>
          <a:ln w="12700">
            <a:solidFill>
              <a:srgbClr val="FFD500"/>
            </a:solidFill>
          </a:ln>
        </p:spPr>
      </p:pic>
      <p:sp>
        <p:nvSpPr>
          <p:cNvPr id="54" name="MedicalCaption"/>
          <p:cNvSpPr/>
          <p:nvPr/>
        </p:nvSpPr>
        <p:spPr>
          <a:xfrm>
            <a:off x="8109560" y="4300000"/>
            <a:ext cx="3379215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50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INPUT</a:t>
            </a:r>
            <a:endParaRPr lang="en-US" sz="1000" dirty="0"/>
          </a:p>
        </p:txBody>
      </p:sp>
      <p:sp>
        <p:nvSpPr>
          <p:cNvPr id="53" name="MedicalLabel"/>
          <p:cNvSpPr/>
          <p:nvPr/>
        </p:nvSpPr>
        <p:spPr>
          <a:xfrm>
            <a:off x="8109560" y="4710000"/>
            <a:ext cx="3379215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&amp; ORTHOPEDIC EXPERTISE</a:t>
            </a:r>
            <a:endParaRPr lang="en-US" sz="1400" dirty="0"/>
          </a:p>
        </p:txBody>
      </p:sp>
      <p:sp>
        <p:nvSpPr>
          <p:cNvPr id="55" name="MedicalSub"/>
          <p:cNvSpPr/>
          <p:nvPr/>
        </p:nvSpPr>
        <p:spPr>
          <a:xfrm>
            <a:off x="8109560" y="5560000"/>
            <a:ext cx="3379215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clinical &amp; biomechanical research</a:t>
            </a:r>
            <a:endParaRPr lang="en-US" sz="900" dirty="0"/>
          </a:p>
        </p:txBody>
      </p:sp>
      <p:pic>
        <p:nvPicPr>
          <p:cNvPr id="950" name="FooterLin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223000"/>
            <a:ext cx="12192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G"/>
          <p:cNvSpPr/>
          <p:nvPr/>
        </p:nvSpPr>
        <p:spPr>
          <a:xfrm rot="186000">
            <a:off x="-1173142" y="-1629411"/>
            <a:ext cx="14447520" cy="3229411"/>
          </a:xfrm>
          <a:prstGeom prst="rect">
            <a:avLst/>
          </a:prstGeom>
          <a:solidFill>
            <a:srgbClr val="140D41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itle"/>
          <p:cNvSpPr/>
          <p:nvPr/>
        </p:nvSpPr>
        <p:spPr>
          <a:xfrm>
            <a:off x="548640" y="502920"/>
            <a:ext cx="900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30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URIEL LEADERSHIP TEAM</a:t>
            </a:r>
            <a:endParaRPr lang="en-US" sz="3600" dirty="0"/>
          </a:p>
        </p:txBody>
      </p:sp>
      <p:sp>
        <p:nvSpPr>
          <p:cNvPr id="4" name="Subtitle"/>
          <p:cNvSpPr/>
          <p:nvPr/>
        </p:nvSpPr>
        <p:spPr>
          <a:xfrm>
            <a:off x="551180" y="1110000"/>
            <a:ext cx="90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driving 50 years of orthotics &amp; footcare excellence</a:t>
            </a:r>
            <a:endParaRPr lang="en-US" sz="1300" dirty="0"/>
          </a:p>
        </p:txBody>
      </p:sp>
      <p:sp>
        <p:nvSpPr>
          <p:cNvPr id="101" name="Card"/>
          <p:cNvSpPr/>
          <p:nvPr/>
        </p:nvSpPr>
        <p:spPr>
          <a:xfrm>
            <a:off x="471000" y="2450000"/>
            <a:ext cx="1750000" cy="2601400"/>
          </a:xfrm>
          <a:prstGeom prst="snip1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02" name="Portrai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000" y="3330000"/>
            <a:ext cx="1570000" cy="1661400"/>
          </a:xfrm>
          <a:prstGeom prst="snip1Rect">
            <a:avLst>
              <a:gd name="adj" fmla="val 6000"/>
            </a:avLst>
          </a:prstGeom>
          <a:ln w="9525">
            <a:solidFill>
              <a:srgbClr val="E6E6EC"/>
            </a:solidFill>
          </a:ln>
        </p:spPr>
      </p:pic>
      <p:sp>
        <p:nvSpPr>
          <p:cNvPr id="103" name="Name"/>
          <p:cNvSpPr/>
          <p:nvPr/>
        </p:nvSpPr>
        <p:spPr>
          <a:xfrm>
            <a:off x="471000" y="5121400"/>
            <a:ext cx="17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SHACHAR HIRSH</a:t>
            </a:r>
            <a:endParaRPr lang="en-US" sz="1300" dirty="0"/>
          </a:p>
        </p:txBody>
      </p:sp>
      <p:sp>
        <p:nvSpPr>
          <p:cNvPr id="104" name="Role"/>
          <p:cNvSpPr/>
          <p:nvPr/>
        </p:nvSpPr>
        <p:spPr>
          <a:xfrm>
            <a:off x="471000" y="5451400"/>
            <a:ext cx="175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A8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</a:t>
            </a:r>
            <a:endParaRPr lang="en-US" sz="900" dirty="0"/>
          </a:p>
        </p:txBody>
      </p:sp>
      <p:sp>
        <p:nvSpPr>
          <p:cNvPr id="105" name="Card"/>
          <p:cNvSpPr/>
          <p:nvPr/>
        </p:nvSpPr>
        <p:spPr>
          <a:xfrm>
            <a:off x="2371000" y="2450000"/>
            <a:ext cx="1750000" cy="2601400"/>
          </a:xfrm>
          <a:prstGeom prst="snip1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06" name="Portrai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1000" y="3330000"/>
            <a:ext cx="1570000" cy="1661400"/>
          </a:xfrm>
          <a:prstGeom prst="snip1Rect">
            <a:avLst>
              <a:gd name="adj" fmla="val 6000"/>
            </a:avLst>
          </a:prstGeom>
          <a:ln w="9525">
            <a:solidFill>
              <a:srgbClr val="E6E6EC"/>
            </a:solidFill>
          </a:ln>
        </p:spPr>
      </p:pic>
      <p:sp>
        <p:nvSpPr>
          <p:cNvPr id="107" name="Name"/>
          <p:cNvSpPr/>
          <p:nvPr/>
        </p:nvSpPr>
        <p:spPr>
          <a:xfrm>
            <a:off x="2371000" y="5121400"/>
            <a:ext cx="17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AMIR KATZ</a:t>
            </a:r>
            <a:endParaRPr lang="en-US" sz="1300" dirty="0"/>
          </a:p>
        </p:txBody>
      </p:sp>
      <p:sp>
        <p:nvSpPr>
          <p:cNvPr id="108" name="Role"/>
          <p:cNvSpPr/>
          <p:nvPr/>
        </p:nvSpPr>
        <p:spPr>
          <a:xfrm>
            <a:off x="2371000" y="5451400"/>
            <a:ext cx="175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A8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 R&amp;D</a:t>
            </a:r>
            <a:endParaRPr lang="en-US" sz="900" dirty="0"/>
          </a:p>
        </p:txBody>
      </p:sp>
      <p:sp>
        <p:nvSpPr>
          <p:cNvPr id="109" name="Card"/>
          <p:cNvSpPr/>
          <p:nvPr/>
        </p:nvSpPr>
        <p:spPr>
          <a:xfrm>
            <a:off x="4271000" y="2450000"/>
            <a:ext cx="1750000" cy="2601400"/>
          </a:xfrm>
          <a:prstGeom prst="snip1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10" name="Portrai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1000" y="3330000"/>
            <a:ext cx="1570000" cy="1661400"/>
          </a:xfrm>
          <a:prstGeom prst="snip1Rect">
            <a:avLst>
              <a:gd name="adj" fmla="val 6000"/>
            </a:avLst>
          </a:prstGeom>
          <a:ln w="9525">
            <a:solidFill>
              <a:srgbClr val="E6E6EC"/>
            </a:solidFill>
          </a:ln>
        </p:spPr>
      </p:pic>
      <p:sp>
        <p:nvSpPr>
          <p:cNvPr id="111" name="Name"/>
          <p:cNvSpPr/>
          <p:nvPr/>
        </p:nvSpPr>
        <p:spPr>
          <a:xfrm>
            <a:off x="4271000" y="5121400"/>
            <a:ext cx="17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RACHEL HIRSH</a:t>
            </a:r>
            <a:endParaRPr lang="en-US" sz="1300" dirty="0"/>
          </a:p>
        </p:txBody>
      </p:sp>
      <p:sp>
        <p:nvSpPr>
          <p:cNvPr id="112" name="Role"/>
          <p:cNvSpPr/>
          <p:nvPr/>
        </p:nvSpPr>
        <p:spPr>
          <a:xfrm>
            <a:off x="4271000" y="5451400"/>
            <a:ext cx="175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A8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CFO &amp; COS</a:t>
            </a:r>
            <a:endParaRPr lang="en-US" sz="900" dirty="0"/>
          </a:p>
        </p:txBody>
      </p:sp>
      <p:sp>
        <p:nvSpPr>
          <p:cNvPr id="113" name="Card"/>
          <p:cNvSpPr/>
          <p:nvPr/>
        </p:nvSpPr>
        <p:spPr>
          <a:xfrm>
            <a:off x="6171000" y="2450000"/>
            <a:ext cx="1750000" cy="2601400"/>
          </a:xfrm>
          <a:prstGeom prst="snip1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14" name="Portrai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1000" y="3330000"/>
            <a:ext cx="1570000" cy="1661400"/>
          </a:xfrm>
          <a:prstGeom prst="snip1Rect">
            <a:avLst>
              <a:gd name="adj" fmla="val 6000"/>
            </a:avLst>
          </a:prstGeom>
          <a:ln w="9525">
            <a:solidFill>
              <a:srgbClr val="E6E6EC"/>
            </a:solidFill>
          </a:ln>
        </p:spPr>
      </p:pic>
      <p:sp>
        <p:nvSpPr>
          <p:cNvPr id="115" name="Name"/>
          <p:cNvSpPr/>
          <p:nvPr/>
        </p:nvSpPr>
        <p:spPr>
          <a:xfrm>
            <a:off x="6171000" y="5121400"/>
            <a:ext cx="17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 ZOLOTOV</a:t>
            </a:r>
            <a:endParaRPr lang="en-US" sz="1300" dirty="0"/>
          </a:p>
        </p:txBody>
      </p:sp>
      <p:sp>
        <p:nvSpPr>
          <p:cNvPr id="116" name="Role"/>
          <p:cNvSpPr/>
          <p:nvPr/>
        </p:nvSpPr>
        <p:spPr>
          <a:xfrm>
            <a:off x="6171000" y="5451400"/>
            <a:ext cx="175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A8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&amp; EXPORT MANAGER</a:t>
            </a:r>
            <a:endParaRPr lang="en-US" sz="900" dirty="0"/>
          </a:p>
        </p:txBody>
      </p:sp>
      <p:sp>
        <p:nvSpPr>
          <p:cNvPr id="117" name="Card"/>
          <p:cNvSpPr/>
          <p:nvPr/>
        </p:nvSpPr>
        <p:spPr>
          <a:xfrm>
            <a:off x="8071000" y="2450000"/>
            <a:ext cx="1750000" cy="2601400"/>
          </a:xfrm>
          <a:prstGeom prst="snip1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118" name="Portrai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1000" y="3330000"/>
            <a:ext cx="1570000" cy="1661400"/>
          </a:xfrm>
          <a:prstGeom prst="snip1Rect">
            <a:avLst>
              <a:gd name="adj" fmla="val 6000"/>
            </a:avLst>
          </a:prstGeom>
          <a:ln w="9525">
            <a:solidFill>
              <a:srgbClr val="E6E6EC"/>
            </a:solidFill>
          </a:ln>
        </p:spPr>
      </p:pic>
      <p:sp>
        <p:nvSpPr>
          <p:cNvPr id="119" name="Name"/>
          <p:cNvSpPr/>
          <p:nvPr/>
        </p:nvSpPr>
        <p:spPr>
          <a:xfrm>
            <a:off x="8071000" y="5121400"/>
            <a:ext cx="17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ISSA NEIMA</a:t>
            </a:r>
            <a:endParaRPr lang="en-US" sz="1300" dirty="0"/>
          </a:p>
        </p:txBody>
      </p:sp>
      <p:sp>
        <p:nvSpPr>
          <p:cNvPr id="120" name="Role"/>
          <p:cNvSpPr/>
          <p:nvPr/>
        </p:nvSpPr>
        <p:spPr>
          <a:xfrm>
            <a:off x="8071000" y="5451400"/>
            <a:ext cx="175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A8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DIRECTOR</a:t>
            </a:r>
            <a:endParaRPr lang="en-US" sz="900" dirty="0"/>
          </a:p>
        </p:txBody>
      </p:sp>
      <p:sp>
        <p:nvSpPr>
          <p:cNvPr id="121" name="Card"/>
          <p:cNvSpPr/>
          <p:nvPr/>
        </p:nvSpPr>
        <p:spPr>
          <a:xfrm>
            <a:off x="9971000" y="2450000"/>
            <a:ext cx="1750000" cy="2601400"/>
          </a:xfrm>
          <a:prstGeom prst="snip1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22" name="PlaceholderFrame"/>
          <p:cNvSpPr/>
          <p:nvPr/>
        </p:nvSpPr>
        <p:spPr>
          <a:xfrm>
            <a:off x="10061000" y="3330000"/>
            <a:ext cx="1570000" cy="1661400"/>
          </a:xfrm>
          <a:prstGeom prst="snip1Rect">
            <a:avLst>
              <a:gd name="adj" fmla="val 6000"/>
            </a:avLst>
          </a:prstGeom>
          <a:solidFill>
            <a:srgbClr val="F2F2F5"/>
          </a:solidFill>
          <a:ln w="9525">
            <a:solidFill>
              <a:srgbClr val="E6E6EC"/>
            </a:solidFill>
            <a:prstDash val="dash"/>
          </a:ln>
        </p:spPr>
        <p:txBody>
          <a:bodyPr/>
          <a:lstStyle/>
          <a:p>
            <a:endParaRPr lang="he-IL"/>
          </a:p>
        </p:txBody>
      </p:sp>
      <p:sp>
        <p:nvSpPr>
          <p:cNvPr id="123" name="SilhouetteHead"/>
          <p:cNvSpPr/>
          <p:nvPr/>
        </p:nvSpPr>
        <p:spPr>
          <a:xfrm>
            <a:off x="10579100" y="3695508"/>
            <a:ext cx="533800" cy="533800"/>
          </a:xfrm>
          <a:prstGeom prst="ellipse">
            <a:avLst/>
          </a:prstGeom>
          <a:solidFill>
            <a:srgbClr val="C9C9D6"/>
          </a:solidFill>
          <a:ln>
            <a:noFill/>
          </a:ln>
        </p:spPr>
        <p:txBody>
          <a:bodyPr/>
          <a:lstStyle/>
          <a:p>
            <a:endParaRPr lang="he-IL"/>
          </a:p>
        </p:txBody>
      </p:sp>
      <p:sp>
        <p:nvSpPr>
          <p:cNvPr id="124" name="SilhouetteBody"/>
          <p:cNvSpPr/>
          <p:nvPr/>
        </p:nvSpPr>
        <p:spPr>
          <a:xfrm>
            <a:off x="10359300" y="4360068"/>
            <a:ext cx="973400" cy="498420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C9C9D6"/>
          </a:solidFill>
          <a:ln>
            <a:noFill/>
          </a:ln>
        </p:spPr>
        <p:txBody>
          <a:bodyPr/>
          <a:lstStyle/>
          <a:p>
            <a:endParaRPr lang="he-IL"/>
          </a:p>
        </p:txBody>
      </p:sp>
      <p:sp>
        <p:nvSpPr>
          <p:cNvPr id="125" name="Name"/>
          <p:cNvSpPr/>
          <p:nvPr/>
        </p:nvSpPr>
        <p:spPr>
          <a:xfrm>
            <a:off x="9971000" y="5121400"/>
            <a:ext cx="17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EYAL SADOT</a:t>
            </a:r>
            <a:endParaRPr lang="en-US" sz="1300" dirty="0"/>
          </a:p>
        </p:txBody>
      </p:sp>
      <p:sp>
        <p:nvSpPr>
          <p:cNvPr id="126" name="Role"/>
          <p:cNvSpPr/>
          <p:nvPr/>
        </p:nvSpPr>
        <p:spPr>
          <a:xfrm>
            <a:off x="9971000" y="5451400"/>
            <a:ext cx="175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A8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 SALES</a:t>
            </a:r>
            <a:endParaRPr lang="en-US" sz="900" dirty="0"/>
          </a:p>
        </p:txBody>
      </p:sp>
      <p:pic>
        <p:nvPicPr>
          <p:cNvPr id="950" name="FooterLin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223000"/>
            <a:ext cx="12192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URIEL?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48640" y="1783080"/>
            <a:ext cx="365760" cy="365760"/>
          </a:xfrm>
          <a:prstGeom prst="snip1Rect">
            <a:avLst>
              <a:gd name="adj" fmla="val 112500"/>
            </a:avLst>
          </a:prstGeom>
          <a:solidFill>
            <a:srgbClr val="140D41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70432" y="170992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40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years of outstanding reputation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365760" cy="365760"/>
          </a:xfrm>
          <a:prstGeom prst="snip1Rect">
            <a:avLst>
              <a:gd name="adj" fmla="val 112500"/>
            </a:avLst>
          </a:prstGeom>
          <a:solidFill>
            <a:srgbClr val="140D41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70432" y="248716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40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materials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365760" cy="365760"/>
          </a:xfrm>
          <a:prstGeom prst="snip1Rect">
            <a:avLst>
              <a:gd name="adj" fmla="val 112500"/>
            </a:avLst>
          </a:prstGeom>
          <a:solidFill>
            <a:srgbClr val="140D41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0" name="Text 8"/>
          <p:cNvSpPr/>
          <p:nvPr/>
        </p:nvSpPr>
        <p:spPr>
          <a:xfrm>
            <a:off x="54864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70432" y="326440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40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Innovative products designed by doctors and physiotherapists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114800"/>
            <a:ext cx="365760" cy="365760"/>
          </a:xfrm>
          <a:prstGeom prst="snip1Rect">
            <a:avLst>
              <a:gd name="adj" fmla="val 112500"/>
            </a:avLst>
          </a:prstGeom>
          <a:solidFill>
            <a:srgbClr val="140D41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3" name="Text 11"/>
          <p:cNvSpPr/>
          <p:nvPr/>
        </p:nvSpPr>
        <p:spPr>
          <a:xfrm>
            <a:off x="54864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70432" y="404164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40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650 SKUs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4892040"/>
            <a:ext cx="365760" cy="365760"/>
          </a:xfrm>
          <a:prstGeom prst="snip1Rect">
            <a:avLst>
              <a:gd name="adj" fmla="val 112500"/>
            </a:avLst>
          </a:prstGeom>
          <a:solidFill>
            <a:srgbClr val="140D41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6" name="Text 14"/>
          <p:cNvSpPr/>
          <p:nvPr/>
        </p:nvSpPr>
        <p:spPr>
          <a:xfrm>
            <a:off x="548640" y="4892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70432" y="481888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40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brand, sold in 20+ countries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5669280"/>
            <a:ext cx="365760" cy="365760"/>
          </a:xfrm>
          <a:prstGeom prst="snip1Rect">
            <a:avLst>
              <a:gd name="adj" fmla="val 112500"/>
            </a:avLst>
          </a:prstGeom>
          <a:solidFill>
            <a:srgbClr val="140D41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9" name="Text 17"/>
          <p:cNvSpPr/>
          <p:nvPr/>
        </p:nvSpPr>
        <p:spPr>
          <a:xfrm>
            <a:off x="548640" y="5669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70432" y="559612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40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FDA, CE - regulation approved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10728" y="491248"/>
            <a:ext cx="3779215" cy="5623560"/>
          </a:xfrm>
          <a:prstGeom prst="snip1Rect">
            <a:avLst>
              <a:gd name="adj" fmla="val 9678"/>
            </a:avLst>
          </a:prstGeom>
          <a:solidFill>
            <a:srgbClr val="FFD50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2" name="Shape 20"/>
          <p:cNvSpPr/>
          <p:nvPr/>
        </p:nvSpPr>
        <p:spPr>
          <a:xfrm>
            <a:off x="7909560" y="290080"/>
            <a:ext cx="3779215" cy="5623560"/>
          </a:xfrm>
          <a:prstGeom prst="snip1Rect">
            <a:avLst>
              <a:gd name="adj" fmla="val 9678"/>
            </a:avLst>
          </a:prstGeom>
          <a:blipFill>
            <a:blip r:embed="rId3"/>
            <a:stretch>
              <a:fillRect/>
            </a:stretch>
          </a:blipFill>
          <a:ln>
            <a:noFill/>
          </a:ln>
          <a:effectLst>
            <a:outerShdw blurRad="177800" dist="63500" dir="5400000" algn="bl" rotWithShape="0">
              <a:srgbClr val="0A0630">
                <a:alpha val="28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34" name="Card Overlay"/>
          <p:cNvSpPr/>
          <p:nvPr/>
        </p:nvSpPr>
        <p:spPr>
          <a:xfrm>
            <a:off x="7909560" y="290080"/>
            <a:ext cx="3779215" cy="5623560"/>
          </a:xfrm>
          <a:prstGeom prst="snip1Rect">
            <a:avLst>
              <a:gd name="adj" fmla="val 9678"/>
            </a:avLst>
          </a:prstGeom>
          <a:gradFill flip="none" rotWithShape="1">
            <a:gsLst>
              <a:gs pos="0">
                <a:srgbClr val="140D41">
                  <a:alpha val="54000"/>
                </a:srgbClr>
              </a:gs>
              <a:gs pos="20000">
                <a:srgbClr val="140D41">
                  <a:alpha val="71000"/>
                </a:srgbClr>
              </a:gs>
              <a:gs pos="60000">
                <a:srgbClr val="140D41">
                  <a:alpha val="79000"/>
                </a:srgbClr>
              </a:gs>
              <a:gs pos="100000">
                <a:srgbClr val="140D41">
                  <a:alpha val="69000"/>
                </a:srgbClr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he-IL"/>
          </a:p>
        </p:txBody>
      </p:sp>
      <p:sp>
        <p:nvSpPr>
          <p:cNvPr id="23" name="Text 21"/>
          <p:cNvSpPr/>
          <p:nvPr/>
        </p:nvSpPr>
        <p:spPr>
          <a:xfrm>
            <a:off x="7909560" y="610120"/>
            <a:ext cx="3779215" cy="83678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8092440" y="1446906"/>
            <a:ext cx="3413455" cy="512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 OF</a:t>
            </a:r>
            <a:endParaRPr lang="en-US" sz="11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REPUTATION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909560" y="1959774"/>
            <a:ext cx="3779215" cy="83678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650+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8092440" y="2796560"/>
            <a:ext cx="3413455" cy="512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1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909560" y="3309429"/>
            <a:ext cx="3779215" cy="83678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</a:t>
            </a:r>
            <a:endParaRPr lang="en-US" sz="4200" dirty="0"/>
          </a:p>
        </p:txBody>
      </p:sp>
      <p:sp>
        <p:nvSpPr>
          <p:cNvPr id="28" name="Text 26"/>
          <p:cNvSpPr/>
          <p:nvPr/>
        </p:nvSpPr>
        <p:spPr>
          <a:xfrm>
            <a:off x="8092440" y="4146215"/>
            <a:ext cx="3413455" cy="512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</a:t>
            </a:r>
            <a:endParaRPr lang="en-US" sz="11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WORLDWIDE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183880" y="5108968"/>
            <a:ext cx="3230575" cy="512064"/>
          </a:xfrm>
          <a:prstGeom prst="snip1Rect">
            <a:avLst>
              <a:gd name="adj" fmla="val 89286"/>
            </a:avLst>
          </a:prstGeom>
          <a:solidFill>
            <a:srgbClr val="FFD50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0" name="Text 28"/>
          <p:cNvSpPr/>
          <p:nvPr/>
        </p:nvSpPr>
        <p:spPr>
          <a:xfrm>
            <a:off x="8183880" y="5108968"/>
            <a:ext cx="32305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 · CE APPROVED</a:t>
            </a:r>
            <a:endParaRPr lang="en-US" sz="1200" dirty="0"/>
          </a:p>
        </p:txBody>
      </p:sp>
      <p:pic>
        <p:nvPicPr>
          <p:cNvPr id="950" name="FooterLine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223000"/>
            <a:ext cx="12192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ur Growth Engin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502920"/>
            <a:ext cx="1109472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GROWTH ENGINES</a:t>
            </a:r>
          </a:p>
        </p:txBody>
      </p:sp>
      <p:sp>
        <p:nvSpPr>
          <p:cNvPr id="10" name="Card1"/>
          <p:cNvSpPr/>
          <p:nvPr/>
        </p:nvSpPr>
        <p:spPr>
          <a:xfrm>
            <a:off x="548640" y="1900000"/>
            <a:ext cx="3498240" cy="3400000"/>
          </a:xfrm>
          <a:prstGeom prst="snip1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1" name="Circle1"/>
          <p:cNvSpPr/>
          <p:nvPr/>
        </p:nvSpPr>
        <p:spPr>
          <a:xfrm>
            <a:off x="1947760" y="2250000"/>
            <a:ext cx="700000" cy="700000"/>
          </a:xfrm>
          <a:prstGeom prst="ellipse">
            <a:avLst/>
          </a:prstGeom>
          <a:solidFill>
            <a:srgbClr val="140D4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</a:p>
        </p:txBody>
      </p:sp>
      <p:sp>
        <p:nvSpPr>
          <p:cNvPr id="12" name="Head1"/>
          <p:cNvSpPr/>
          <p:nvPr/>
        </p:nvSpPr>
        <p:spPr>
          <a:xfrm>
            <a:off x="748640" y="3200000"/>
            <a:ext cx="3098240" cy="5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Expansion</a:t>
            </a:r>
          </a:p>
        </p:txBody>
      </p:sp>
      <p:sp>
        <p:nvSpPr>
          <p:cNvPr id="13" name="Desc1"/>
          <p:cNvSpPr/>
          <p:nvPr/>
        </p:nvSpPr>
        <p:spPr>
          <a:xfrm>
            <a:off x="848640" y="3800000"/>
            <a:ext cx="2898240" cy="1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400" dirty="0">
                <a:solidFill>
                  <a:srgbClr val="49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with the world, expanding the distributor network worldwide.</a:t>
            </a:r>
          </a:p>
        </p:txBody>
      </p:sp>
      <p:sp>
        <p:nvSpPr>
          <p:cNvPr id="20" name="Card2"/>
          <p:cNvSpPr/>
          <p:nvPr/>
        </p:nvSpPr>
        <p:spPr>
          <a:xfrm>
            <a:off x="4346880" y="1900000"/>
            <a:ext cx="3498240" cy="3400000"/>
          </a:xfrm>
          <a:prstGeom prst="snip1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1" name="Circle2"/>
          <p:cNvSpPr/>
          <p:nvPr/>
        </p:nvSpPr>
        <p:spPr>
          <a:xfrm>
            <a:off x="5746000" y="2250000"/>
            <a:ext cx="700000" cy="700000"/>
          </a:xfrm>
          <a:prstGeom prst="ellipse">
            <a:avLst/>
          </a:prstGeom>
          <a:solidFill>
            <a:srgbClr val="140D4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</a:p>
        </p:txBody>
      </p:sp>
      <p:sp>
        <p:nvSpPr>
          <p:cNvPr id="22" name="Head2"/>
          <p:cNvSpPr/>
          <p:nvPr/>
        </p:nvSpPr>
        <p:spPr>
          <a:xfrm>
            <a:off x="4546880" y="3200000"/>
            <a:ext cx="3098240" cy="5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 Revolution</a:t>
            </a:r>
          </a:p>
        </p:txBody>
      </p:sp>
      <p:sp>
        <p:nvSpPr>
          <p:cNvPr id="23" name="Desc2"/>
          <p:cNvSpPr/>
          <p:nvPr/>
        </p:nvSpPr>
        <p:spPr>
          <a:xfrm>
            <a:off x="4646880" y="3800000"/>
            <a:ext cx="2898240" cy="1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400" dirty="0">
                <a:solidFill>
                  <a:srgbClr val="49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Marketplaces reshape shopping while our website drives direct sales, both essential for growth.</a:t>
            </a:r>
          </a:p>
        </p:txBody>
      </p:sp>
      <p:sp>
        <p:nvSpPr>
          <p:cNvPr id="30" name="Card3"/>
          <p:cNvSpPr/>
          <p:nvPr/>
        </p:nvSpPr>
        <p:spPr>
          <a:xfrm>
            <a:off x="8145120" y="1900000"/>
            <a:ext cx="3498240" cy="3400000"/>
          </a:xfrm>
          <a:prstGeom prst="snip1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31" name="Circle3"/>
          <p:cNvSpPr/>
          <p:nvPr/>
        </p:nvSpPr>
        <p:spPr>
          <a:xfrm>
            <a:off x="9544240" y="2250000"/>
            <a:ext cx="700000" cy="700000"/>
          </a:xfrm>
          <a:prstGeom prst="ellipse">
            <a:avLst/>
          </a:prstGeom>
          <a:solidFill>
            <a:srgbClr val="140D4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</a:p>
        </p:txBody>
      </p:sp>
      <p:sp>
        <p:nvSpPr>
          <p:cNvPr id="32" name="Head3"/>
          <p:cNvSpPr/>
          <p:nvPr/>
        </p:nvSpPr>
        <p:spPr>
          <a:xfrm>
            <a:off x="8345120" y="3200000"/>
            <a:ext cx="3098240" cy="5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Acquisitions</a:t>
            </a:r>
          </a:p>
        </p:txBody>
      </p:sp>
      <p:sp>
        <p:nvSpPr>
          <p:cNvPr id="33" name="Desc3"/>
          <p:cNvSpPr/>
          <p:nvPr/>
        </p:nvSpPr>
        <p:spPr>
          <a:xfrm>
            <a:off x="8445120" y="3800000"/>
            <a:ext cx="2898240" cy="1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400" dirty="0">
                <a:solidFill>
                  <a:srgbClr val="49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stronger portfolio through smart partnerships.</a:t>
            </a:r>
          </a:p>
        </p:txBody>
      </p:sp>
      <p:pic>
        <p:nvPicPr>
          <p:cNvPr id="950" name="FooterLine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23000"/>
            <a:ext cx="12192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Uriel Categori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280000"/>
            <a:ext cx="4500000" cy="1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URIEL</a:t>
            </a:r>
            <a:endParaRPr lang="en-US" sz="40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CATEGORIES</a:t>
            </a:r>
            <a:endParaRPr lang="en-US" sz="4000" dirty="0"/>
          </a:p>
        </p:txBody>
      </p:sp>
      <p:sp>
        <p:nvSpPr>
          <p:cNvPr id="3" name="Subtitle"/>
          <p:cNvSpPr/>
          <p:nvPr/>
        </p:nvSpPr>
        <p:spPr>
          <a:xfrm>
            <a:off x="548640" y="3620000"/>
            <a:ext cx="35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9A8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650 SKUs</a:t>
            </a:r>
            <a:endParaRPr lang="en-US" sz="1800" dirty="0"/>
          </a:p>
        </p:txBody>
      </p:sp>
      <p:pic>
        <p:nvPicPr>
          <p:cNvPr id="100" name="Panel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0000" y="2100000"/>
            <a:ext cx="1345869" cy="2145710"/>
          </a:xfrm>
          <a:prstGeom prst="rect">
            <a:avLst/>
          </a:prstGeom>
        </p:spPr>
      </p:pic>
      <p:pic>
        <p:nvPicPr>
          <p:cNvPr id="101" name="Panel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1326" y="2340319"/>
            <a:ext cx="1353114" cy="1665070"/>
          </a:xfrm>
          <a:prstGeom prst="rect">
            <a:avLst/>
          </a:prstGeom>
        </p:spPr>
      </p:pic>
      <p:pic>
        <p:nvPicPr>
          <p:cNvPr id="102" name="Panel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9897" y="2449750"/>
            <a:ext cx="632898" cy="1446208"/>
          </a:xfrm>
          <a:prstGeom prst="rect">
            <a:avLst/>
          </a:prstGeom>
        </p:spPr>
      </p:pic>
      <p:pic>
        <p:nvPicPr>
          <p:cNvPr id="103" name="Panel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45497" y="2340319"/>
            <a:ext cx="1345932" cy="1665070"/>
          </a:xfrm>
          <a:prstGeom prst="rect">
            <a:avLst/>
          </a:prstGeom>
        </p:spPr>
      </p:pic>
      <p:pic>
        <p:nvPicPr>
          <p:cNvPr id="104" name="Panel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64131" y="2100000"/>
            <a:ext cx="1345869" cy="2145710"/>
          </a:xfrm>
          <a:prstGeom prst="rect">
            <a:avLst/>
          </a:prstGeom>
        </p:spPr>
      </p:pic>
      <p:pic>
        <p:nvPicPr>
          <p:cNvPr id="950" name="FooterLin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223000"/>
            <a:ext cx="12192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56000">
            <a:off x="-1097280" y="-3520440"/>
            <a:ext cx="14447520" cy="5623560"/>
          </a:xfrm>
          <a:prstGeom prst="rect">
            <a:avLst/>
          </a:prstGeom>
          <a:solidFill>
            <a:srgbClr val="140D41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5486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SOLUTIONS FOR THE</a:t>
            </a:r>
            <a:endParaRPr lang="en-US" sz="32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 BODY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5394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140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Uriel's product line covers the full range of possible needs from neck to toe and comes in a full range of sizes to accommodate all body types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46520" y="766487"/>
            <a:ext cx="5608015" cy="5373667"/>
          </a:xfrm>
          <a:prstGeom prst="snip1Rect">
            <a:avLst>
              <a:gd name="adj" fmla="val 5105"/>
            </a:avLst>
          </a:prstGeom>
          <a:solidFill>
            <a:srgbClr val="FFD500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6" name="Image 0" descr="/tmp/claude-0/-home-user-the-5-agents/104e019b-481e-5835-b5aa-7854a99e3b07/scratchpad/uriel/assets/runner_solutions_fu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583607"/>
            <a:ext cx="5608015" cy="5373667"/>
          </a:xfrm>
          <a:prstGeom prst="rect">
            <a:avLst/>
          </a:prstGeom>
        </p:spPr>
      </p:pic>
      <p:pic>
        <p:nvPicPr>
          <p:cNvPr id="950" name="FooterLine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223000"/>
            <a:ext cx="12192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avigating a Competitive Landscap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502920"/>
            <a:ext cx="1109472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NAVIGATING A COMPETITIVE LANDSCAPE</a:t>
            </a:r>
          </a:p>
        </p:txBody>
      </p:sp>
      <p:sp>
        <p:nvSpPr>
          <p:cNvPr id="3" name="Card1"/>
          <p:cNvSpPr/>
          <p:nvPr/>
        </p:nvSpPr>
        <p:spPr>
          <a:xfrm>
            <a:off x="548640" y="1750000"/>
            <a:ext cx="5347360" cy="1400000"/>
          </a:xfrm>
          <a:prstGeom prst="snip1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4" name="Card1Head"/>
          <p:cNvSpPr/>
          <p:nvPr/>
        </p:nvSpPr>
        <p:spPr>
          <a:xfrm>
            <a:off x="898640" y="1950000"/>
            <a:ext cx="464736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Diverse Competition</a:t>
            </a:r>
          </a:p>
        </p:txBody>
      </p:sp>
      <p:sp>
        <p:nvSpPr>
          <p:cNvPr id="5" name="Card1Desc"/>
          <p:cNvSpPr/>
          <p:nvPr/>
        </p:nvSpPr>
        <p:spPr>
          <a:xfrm>
            <a:off x="898640" y="2400000"/>
            <a:ext cx="464736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49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is filled with many players who hold geographic dominance, but lack comprehensive expertise across all categories.</a:t>
            </a:r>
          </a:p>
        </p:txBody>
      </p:sp>
      <p:sp>
        <p:nvSpPr>
          <p:cNvPr id="6" name="Card2"/>
          <p:cNvSpPr/>
          <p:nvPr/>
        </p:nvSpPr>
        <p:spPr>
          <a:xfrm>
            <a:off x="6296000" y="1750000"/>
            <a:ext cx="5347360" cy="1400000"/>
          </a:xfrm>
          <a:prstGeom prst="snip1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7" name="Card2Head"/>
          <p:cNvSpPr/>
          <p:nvPr/>
        </p:nvSpPr>
        <p:spPr>
          <a:xfrm>
            <a:off x="6646000" y="1950000"/>
            <a:ext cx="464736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Focused Solutions</a:t>
            </a:r>
          </a:p>
        </p:txBody>
      </p:sp>
      <p:sp>
        <p:nvSpPr>
          <p:cNvPr id="8" name="Card2Desc"/>
          <p:cNvSpPr/>
          <p:nvPr/>
        </p:nvSpPr>
        <p:spPr>
          <a:xfrm>
            <a:off x="6646000" y="2400000"/>
            <a:ext cx="464736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49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others focus on volume, we prioritize tailored solutions that empower movement and enhance well-being.</a:t>
            </a:r>
          </a:p>
        </p:txBody>
      </p:sp>
      <p:sp>
        <p:nvSpPr>
          <p:cNvPr id="101" name="CatLine1"/>
          <p:cNvSpPr/>
          <p:nvPr/>
        </p:nvSpPr>
        <p:spPr>
          <a:xfrm>
            <a:off x="2107760" y="3350000"/>
            <a:ext cx="380000" cy="45720"/>
          </a:xfrm>
          <a:prstGeom prst="rect">
            <a:avLst/>
          </a:prstGeom>
          <a:solidFill>
            <a:srgbClr val="FFD5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CatTitle1"/>
          <p:cNvSpPr/>
          <p:nvPr/>
        </p:nvSpPr>
        <p:spPr>
          <a:xfrm>
            <a:off x="548640" y="3460000"/>
            <a:ext cx="3498240" cy="3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Orthopedic Braces</a:t>
            </a:r>
          </a:p>
        </p:txBody>
      </p:sp>
      <p:sp>
        <p:nvSpPr>
          <p:cNvPr id="103" name="LogoCard_Bauerfeind"/>
          <p:cNvSpPr/>
          <p:nvPr/>
        </p:nvSpPr>
        <p:spPr>
          <a:xfrm>
            <a:off x="548640" y="3840000"/>
            <a:ext cx="1112747" cy="850000"/>
          </a:xfrm>
          <a:prstGeom prst="snip1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4" name="LogoCard_BREG"/>
          <p:cNvSpPr/>
          <p:nvPr/>
        </p:nvSpPr>
        <p:spPr>
          <a:xfrm>
            <a:off x="1741387" y="3840000"/>
            <a:ext cx="1112747" cy="850000"/>
          </a:xfrm>
          <a:prstGeom prst="snip1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5" name="LogoCard_DJO"/>
          <p:cNvSpPr/>
          <p:nvPr/>
        </p:nvSpPr>
        <p:spPr>
          <a:xfrm>
            <a:off x="2934134" y="3840000"/>
            <a:ext cx="1112747" cy="850000"/>
          </a:xfrm>
          <a:prstGeom prst="snip1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6" name="LogoCard_DeRoyal"/>
          <p:cNvSpPr/>
          <p:nvPr/>
        </p:nvSpPr>
        <p:spPr>
          <a:xfrm>
            <a:off x="548640" y="4810000"/>
            <a:ext cx="1112747" cy="850000"/>
          </a:xfrm>
          <a:prstGeom prst="snip1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7" name="LogoCard_Össur"/>
          <p:cNvSpPr/>
          <p:nvPr/>
        </p:nvSpPr>
        <p:spPr>
          <a:xfrm>
            <a:off x="1741387" y="4810000"/>
            <a:ext cx="1112747" cy="850000"/>
          </a:xfrm>
          <a:prstGeom prst="snip1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8" name="LogoCard_CopperCompression"/>
          <p:cNvSpPr/>
          <p:nvPr/>
        </p:nvSpPr>
        <p:spPr>
          <a:xfrm>
            <a:off x="2934134" y="4810000"/>
            <a:ext cx="1112747" cy="850000"/>
          </a:xfrm>
          <a:prstGeom prst="snip1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9" name="CatLine2"/>
          <p:cNvSpPr/>
          <p:nvPr/>
        </p:nvSpPr>
        <p:spPr>
          <a:xfrm>
            <a:off x="5906000" y="3350000"/>
            <a:ext cx="380000" cy="45720"/>
          </a:xfrm>
          <a:prstGeom prst="rect">
            <a:avLst/>
          </a:prstGeom>
          <a:solidFill>
            <a:srgbClr val="FFD5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0" name="CatTitle2"/>
          <p:cNvSpPr/>
          <p:nvPr/>
        </p:nvSpPr>
        <p:spPr>
          <a:xfrm>
            <a:off x="4346880" y="3460000"/>
            <a:ext cx="3498240" cy="3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Footcare Support</a:t>
            </a:r>
          </a:p>
        </p:txBody>
      </p:sp>
      <p:sp>
        <p:nvSpPr>
          <p:cNvPr id="111" name="LogoCard_DrScholls"/>
          <p:cNvSpPr/>
          <p:nvPr/>
        </p:nvSpPr>
        <p:spPr>
          <a:xfrm>
            <a:off x="4346880" y="3840000"/>
            <a:ext cx="1112747" cy="850000"/>
          </a:xfrm>
          <a:prstGeom prst="snip1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2" name="LogoCard_Superfeet"/>
          <p:cNvSpPr/>
          <p:nvPr/>
        </p:nvSpPr>
        <p:spPr>
          <a:xfrm>
            <a:off x="5539627" y="3840000"/>
            <a:ext cx="1112747" cy="850000"/>
          </a:xfrm>
          <a:prstGeom prst="snip1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3" name="LogoCard_Amfit"/>
          <p:cNvSpPr/>
          <p:nvPr/>
        </p:nvSpPr>
        <p:spPr>
          <a:xfrm>
            <a:off x="6732374" y="3840000"/>
            <a:ext cx="1112747" cy="850000"/>
          </a:xfrm>
          <a:prstGeom prst="snip1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4" name="CatLine3"/>
          <p:cNvSpPr/>
          <p:nvPr/>
        </p:nvSpPr>
        <p:spPr>
          <a:xfrm>
            <a:off x="9704240" y="3350000"/>
            <a:ext cx="380000" cy="45720"/>
          </a:xfrm>
          <a:prstGeom prst="rect">
            <a:avLst/>
          </a:prstGeom>
          <a:solidFill>
            <a:srgbClr val="FFD5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5" name="CatTitle3"/>
          <p:cNvSpPr/>
          <p:nvPr/>
        </p:nvSpPr>
        <p:spPr>
          <a:xfrm>
            <a:off x="8145120" y="3460000"/>
            <a:ext cx="3498240" cy="3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Kinesio Tapes</a:t>
            </a:r>
          </a:p>
        </p:txBody>
      </p:sp>
      <p:sp>
        <p:nvSpPr>
          <p:cNvPr id="116" name="LogoCard_K-Taping"/>
          <p:cNvSpPr/>
          <p:nvPr/>
        </p:nvSpPr>
        <p:spPr>
          <a:xfrm>
            <a:off x="8145120" y="3840000"/>
            <a:ext cx="1112747" cy="850000"/>
          </a:xfrm>
          <a:prstGeom prst="snip1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7" name="LogoCard_RockTape"/>
          <p:cNvSpPr/>
          <p:nvPr/>
        </p:nvSpPr>
        <p:spPr>
          <a:xfrm>
            <a:off x="9337867" y="3840000"/>
            <a:ext cx="1112747" cy="850000"/>
          </a:xfrm>
          <a:prstGeom prst="snip1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8" name="LogoCard_Thysol"/>
          <p:cNvSpPr/>
          <p:nvPr/>
        </p:nvSpPr>
        <p:spPr>
          <a:xfrm>
            <a:off x="10530614" y="3840000"/>
            <a:ext cx="1112747" cy="850000"/>
          </a:xfrm>
          <a:prstGeom prst="snip1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01" name="LogoBauerfeind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78640" y="4128473"/>
            <a:ext cx="852747" cy="273054"/>
          </a:xfrm>
          <a:prstGeom prst="rect">
            <a:avLst/>
          </a:prstGeom>
        </p:spPr>
      </p:pic>
      <p:pic>
        <p:nvPicPr>
          <p:cNvPr id="202" name="LogoBRE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871387" y="4159436"/>
            <a:ext cx="852747" cy="211128"/>
          </a:xfrm>
          <a:prstGeom prst="rect">
            <a:avLst/>
          </a:prstGeom>
        </p:spPr>
      </p:pic>
      <p:pic>
        <p:nvPicPr>
          <p:cNvPr id="203" name="LogoDJO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064134" y="4120172"/>
            <a:ext cx="852747" cy="289656"/>
          </a:xfrm>
          <a:prstGeom prst="rect">
            <a:avLst/>
          </a:prstGeom>
        </p:spPr>
      </p:pic>
      <p:pic>
        <p:nvPicPr>
          <p:cNvPr id="204" name="LogoDeRoyal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78640" y="5067598"/>
            <a:ext cx="852747" cy="334804"/>
          </a:xfrm>
          <a:prstGeom prst="rect">
            <a:avLst/>
          </a:prstGeom>
        </p:spPr>
      </p:pic>
      <p:pic>
        <p:nvPicPr>
          <p:cNvPr id="205" name="LogoÖssur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871387" y="5107952"/>
            <a:ext cx="852747" cy="254096"/>
          </a:xfrm>
          <a:prstGeom prst="rect">
            <a:avLst/>
          </a:prstGeom>
        </p:spPr>
      </p:pic>
      <p:pic>
        <p:nvPicPr>
          <p:cNvPr id="206" name="LogoCopperCompression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215507" y="4960000"/>
            <a:ext cx="550000" cy="550000"/>
          </a:xfrm>
          <a:prstGeom prst="rect">
            <a:avLst/>
          </a:prstGeom>
        </p:spPr>
      </p:pic>
      <p:pic>
        <p:nvPicPr>
          <p:cNvPr id="207" name="LogoDrScholls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476880" y="4036136"/>
            <a:ext cx="852747" cy="457728"/>
          </a:xfrm>
          <a:prstGeom prst="rect">
            <a:avLst/>
          </a:prstGeom>
        </p:spPr>
      </p:pic>
      <p:pic>
        <p:nvPicPr>
          <p:cNvPr id="208" name="LogoSuperfeet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669627" y="4170753"/>
            <a:ext cx="852747" cy="188494"/>
          </a:xfrm>
          <a:prstGeom prst="rect">
            <a:avLst/>
          </a:prstGeom>
        </p:spPr>
      </p:pic>
      <p:pic>
        <p:nvPicPr>
          <p:cNvPr id="209" name="LogoAmfit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862374" y="4112832"/>
            <a:ext cx="852747" cy="304335"/>
          </a:xfrm>
          <a:prstGeom prst="rect">
            <a:avLst/>
          </a:prstGeom>
        </p:spPr>
      </p:pic>
      <p:pic>
        <p:nvPicPr>
          <p:cNvPr id="210" name="LogoK-Tapi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275120" y="4139374"/>
            <a:ext cx="852747" cy="251251"/>
          </a:xfrm>
          <a:prstGeom prst="rect">
            <a:avLst/>
          </a:prstGeom>
        </p:spPr>
      </p:pic>
      <p:pic>
        <p:nvPicPr>
          <p:cNvPr id="211" name="LogoRockTape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467867" y="4119380"/>
            <a:ext cx="852747" cy="291239"/>
          </a:xfrm>
          <a:prstGeom prst="rect">
            <a:avLst/>
          </a:prstGeom>
        </p:spPr>
      </p:pic>
      <p:pic>
        <p:nvPicPr>
          <p:cNvPr id="212" name="LogoThysol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0815562" y="3990000"/>
            <a:ext cx="542850" cy="550000"/>
          </a:xfrm>
          <a:prstGeom prst="rect">
            <a:avLst/>
          </a:prstGeom>
        </p:spPr>
      </p:pic>
      <p:pic>
        <p:nvPicPr>
          <p:cNvPr id="950" name="FooterLin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223000"/>
            <a:ext cx="12192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edical to Lifesty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502920"/>
            <a:ext cx="9600000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URIEL, FROM MEDICAL CARE TO ACTIVE LIFESTYLE</a:t>
            </a:r>
          </a:p>
        </p:txBody>
      </p:sp>
      <p:pic>
        <p:nvPicPr>
          <p:cNvPr id="110" name="Photo1_Medica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50000"/>
            <a:ext cx="5213750" cy="4500000"/>
          </a:xfrm>
          <a:prstGeom prst="rect">
            <a:avLst/>
          </a:prstGeom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</p:pic>
      <p:pic>
        <p:nvPicPr>
          <p:cNvPr id="111" name="Photo2_Lifesty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7025" y="1350000"/>
            <a:ext cx="5196335" cy="4500000"/>
          </a:xfrm>
          <a:prstGeom prst="rect">
            <a:avLst/>
          </a:prstGeom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</p:pic>
      <p:cxnSp>
        <p:nvCxnSpPr>
          <p:cNvPr id="200" name="ConnectorBeam"/>
          <p:cNvCxnSpPr/>
          <p:nvPr/>
        </p:nvCxnSpPr>
        <p:spPr>
          <a:xfrm>
            <a:off x="5762390" y="3600000"/>
            <a:ext cx="684635" cy="0"/>
          </a:xfrm>
          <a:prstGeom prst="line">
            <a:avLst/>
          </a:prstGeom>
          <a:ln w="139700" cap="rnd">
            <a:solidFill>
              <a:srgbClr val="FFD500"/>
            </a:solidFill>
            <a:headEnd type="triangle" w="lg" len="lg"/>
            <a:tailEnd type="triangle" w="lg" len="lg"/>
          </a:ln>
        </p:spPr>
      </p:cxnSp>
      <p:sp>
        <p:nvSpPr>
          <p:cNvPr id="201" name="SynergyBadge"/>
          <p:cNvSpPr/>
          <p:nvPr/>
        </p:nvSpPr>
        <p:spPr>
          <a:xfrm>
            <a:off x="5654707" y="3150000"/>
            <a:ext cx="900000" cy="900000"/>
          </a:xfrm>
          <a:prstGeom prst="ellipse">
            <a:avLst/>
          </a:prstGeom>
          <a:solidFill>
            <a:srgbClr val="140D41"/>
          </a:solidFill>
          <a:ln w="38100">
            <a:solidFill>
              <a:srgbClr val="FFD500"/>
            </a:solidFill>
          </a:ln>
          <a:effectLst>
            <a:outerShdw blurRad="127000" dist="50800" dir="5400000" algn="bl" rotWithShape="0">
              <a:srgbClr val="0A063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</a:p>
        </p:txBody>
      </p:sp>
      <p:sp>
        <p:nvSpPr>
          <p:cNvPr id="210" name="MedicalBadge"/>
          <p:cNvSpPr/>
          <p:nvPr/>
        </p:nvSpPr>
        <p:spPr>
          <a:xfrm>
            <a:off x="698640" y="1500000"/>
            <a:ext cx="1450000" cy="520000"/>
          </a:xfrm>
          <a:prstGeom prst="snip1Rect">
            <a:avLst>
              <a:gd name="adj" fmla="val 12000"/>
            </a:avLst>
          </a:prstGeom>
          <a:solidFill>
            <a:srgbClr val="FFD500"/>
          </a:solidFill>
          <a:ln/>
          <a:effectLst>
            <a:outerShdw blurRad="101600" dist="38100" dir="5400000" algn="bl" rotWithShape="0">
              <a:srgbClr val="0A0630">
                <a:alpha val="30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</a:t>
            </a:r>
          </a:p>
        </p:txBody>
      </p:sp>
      <p:sp>
        <p:nvSpPr>
          <p:cNvPr id="211" name="LifestyleBadge"/>
          <p:cNvSpPr/>
          <p:nvPr/>
        </p:nvSpPr>
        <p:spPr>
          <a:xfrm>
            <a:off x="6597025" y="1500000"/>
            <a:ext cx="1650000" cy="520000"/>
          </a:xfrm>
          <a:prstGeom prst="snip1Rect">
            <a:avLst>
              <a:gd name="adj" fmla="val 12000"/>
            </a:avLst>
          </a:prstGeom>
          <a:solidFill>
            <a:srgbClr val="FFD500"/>
          </a:solidFill>
          <a:ln/>
          <a:effectLst>
            <a:outerShdw blurRad="101600" dist="38100" dir="5400000" algn="bl" rotWithShape="0">
              <a:srgbClr val="0A0630">
                <a:alpha val="30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LIFESTYLE</a:t>
            </a:r>
          </a:p>
        </p:txBody>
      </p:sp>
      <p:pic>
        <p:nvPicPr>
          <p:cNvPr id="950" name="FooterLine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223000"/>
            <a:ext cx="12192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riving Growth Potentia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502920"/>
            <a:ext cx="1109472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DRIVING GROWTH POTENTIAL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ORTHOPEDIC CATEGORY</a:t>
            </a:r>
            <a:endParaRPr lang="en-US" sz="3200" dirty="0"/>
          </a:p>
        </p:txBody>
      </p:sp>
      <p:sp>
        <p:nvSpPr>
          <p:cNvPr id="3" name="Badge1"/>
          <p:cNvSpPr/>
          <p:nvPr/>
        </p:nvSpPr>
        <p:spPr>
          <a:xfrm>
            <a:off x="548640" y="1940000"/>
            <a:ext cx="365760" cy="365760"/>
          </a:xfrm>
          <a:prstGeom prst="snip1Rect">
            <a:avLst>
              <a:gd name="adj" fmla="val 112500"/>
            </a:avLst>
          </a:prstGeom>
          <a:solidFill>
            <a:srgbClr val="140D4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</a:p>
        </p:txBody>
      </p:sp>
      <p:sp>
        <p:nvSpPr>
          <p:cNvPr id="4" name="Item1"/>
          <p:cNvSpPr/>
          <p:nvPr/>
        </p:nvSpPr>
        <p:spPr>
          <a:xfrm>
            <a:off x="1170432" y="1900000"/>
            <a:ext cx="10472928" cy="8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Aging with Confidence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400" dirty="0">
                <a:solidFill>
                  <a:srgbClr val="49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life spans mean more need for lasting support.</a:t>
            </a:r>
          </a:p>
        </p:txBody>
      </p:sp>
      <p:sp>
        <p:nvSpPr>
          <p:cNvPr id="5" name="Badge2"/>
          <p:cNvSpPr/>
          <p:nvPr/>
        </p:nvSpPr>
        <p:spPr>
          <a:xfrm>
            <a:off x="548640" y="3290000"/>
            <a:ext cx="365760" cy="365760"/>
          </a:xfrm>
          <a:prstGeom prst="snip1Rect">
            <a:avLst>
              <a:gd name="adj" fmla="val 112500"/>
            </a:avLst>
          </a:prstGeom>
          <a:solidFill>
            <a:srgbClr val="140D4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</a:p>
        </p:txBody>
      </p:sp>
      <p:sp>
        <p:nvSpPr>
          <p:cNvPr id="6" name="Item2"/>
          <p:cNvSpPr/>
          <p:nvPr/>
        </p:nvSpPr>
        <p:spPr>
          <a:xfrm>
            <a:off x="1170432" y="3250000"/>
            <a:ext cx="10472928" cy="8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Lifestyles, Active Demand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400" dirty="0">
                <a:solidFill>
                  <a:srgbClr val="49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Health-conscious consumers are seeking solutions for better mobility.</a:t>
            </a:r>
          </a:p>
        </p:txBody>
      </p:sp>
      <p:sp>
        <p:nvSpPr>
          <p:cNvPr id="7" name="Badge3"/>
          <p:cNvSpPr/>
          <p:nvPr/>
        </p:nvSpPr>
        <p:spPr>
          <a:xfrm>
            <a:off x="548640" y="4640000"/>
            <a:ext cx="365760" cy="365760"/>
          </a:xfrm>
          <a:prstGeom prst="snip1Rect">
            <a:avLst>
              <a:gd name="adj" fmla="val 112500"/>
            </a:avLst>
          </a:prstGeom>
          <a:solidFill>
            <a:srgbClr val="140D4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</a:p>
        </p:txBody>
      </p:sp>
      <p:sp>
        <p:nvSpPr>
          <p:cNvPr id="8" name="Item3"/>
          <p:cNvSpPr/>
          <p:nvPr/>
        </p:nvSpPr>
        <p:spPr>
          <a:xfrm>
            <a:off x="1170432" y="4600000"/>
            <a:ext cx="10472928" cy="8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 Today, Perform Tomorrow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400" dirty="0">
                <a:solidFill>
                  <a:srgbClr val="49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prevention is key to staying active and strong.</a:t>
            </a:r>
          </a:p>
        </p:txBody>
      </p:sp>
      <p:pic>
        <p:nvPicPr>
          <p:cNvPr id="950" name="FooterLine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23000"/>
            <a:ext cx="12192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ales Channel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502920"/>
            <a:ext cx="8000000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CHANNELS</a:t>
            </a:r>
          </a:p>
        </p:txBody>
      </p:sp>
      <p:sp>
        <p:nvSpPr>
          <p:cNvPr id="3" name="PillarsBox"/>
          <p:cNvSpPr/>
          <p:nvPr/>
        </p:nvSpPr>
        <p:spPr>
          <a:xfrm>
            <a:off x="4796000" y="1550000"/>
            <a:ext cx="2600000" cy="500000"/>
          </a:xfrm>
          <a:prstGeom prst="roundRect">
            <a:avLst>
              <a:gd name="adj" fmla="val 15000"/>
            </a:avLst>
          </a:prstGeom>
          <a:solidFill>
            <a:srgbClr val="140D41"/>
          </a:solidFill>
          <a:ln/>
          <a:effectLst>
            <a:outerShdw blurRad="101600" dist="38100" dir="5400000" algn="bl" rotWithShape="0">
              <a:srgbClr val="0A0630">
                <a:alpha val="20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spc="50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PILLARS</a:t>
            </a:r>
          </a:p>
        </p:txBody>
      </p:sp>
      <p:cxnSp>
        <p:nvCxnSpPr>
          <p:cNvPr id="10" name="TrunkVertical"/>
          <p:cNvCxnSpPr/>
          <p:nvPr/>
        </p:nvCxnSpPr>
        <p:spPr>
          <a:xfrm>
            <a:off x="6096000" y="2050000"/>
            <a:ext cx="1" cy="300000"/>
          </a:xfrm>
          <a:prstGeom prst="line">
            <a:avLst/>
          </a:prstGeom>
          <a:ln w="15875">
            <a:solidFill>
              <a:srgbClr val="9A99AC"/>
            </a:solidFill>
          </a:ln>
        </p:spPr>
      </p:cxnSp>
      <p:cxnSp>
        <p:nvCxnSpPr>
          <p:cNvPr id="11" name="TrunkHorizontal"/>
          <p:cNvCxnSpPr/>
          <p:nvPr/>
        </p:nvCxnSpPr>
        <p:spPr>
          <a:xfrm>
            <a:off x="1578112" y="2350000"/>
            <a:ext cx="9035776" cy="1"/>
          </a:xfrm>
          <a:prstGeom prst="line">
            <a:avLst/>
          </a:prstGeom>
          <a:ln w="15875">
            <a:solidFill>
              <a:srgbClr val="9A99AC"/>
            </a:solidFill>
          </a:ln>
        </p:spPr>
      </p:cxnSp>
      <p:cxnSp>
        <p:nvCxnSpPr>
          <p:cNvPr id="12" name="Drop1"/>
          <p:cNvCxnSpPr/>
          <p:nvPr/>
        </p:nvCxnSpPr>
        <p:spPr>
          <a:xfrm>
            <a:off x="1578112" y="2350000"/>
            <a:ext cx="1" cy="400000"/>
          </a:xfrm>
          <a:prstGeom prst="line">
            <a:avLst/>
          </a:prstGeom>
          <a:ln w="15875">
            <a:solidFill>
              <a:srgbClr val="9A99AC"/>
            </a:solidFill>
          </a:ln>
        </p:spPr>
      </p:cxnSp>
      <p:cxnSp>
        <p:nvCxnSpPr>
          <p:cNvPr id="13" name="Drop2"/>
          <p:cNvCxnSpPr/>
          <p:nvPr/>
        </p:nvCxnSpPr>
        <p:spPr>
          <a:xfrm>
            <a:off x="3837056" y="2350000"/>
            <a:ext cx="1" cy="400000"/>
          </a:xfrm>
          <a:prstGeom prst="line">
            <a:avLst/>
          </a:prstGeom>
          <a:ln w="15875">
            <a:solidFill>
              <a:srgbClr val="9A99AC"/>
            </a:solidFill>
          </a:ln>
        </p:spPr>
      </p:cxnSp>
      <p:cxnSp>
        <p:nvCxnSpPr>
          <p:cNvPr id="14" name="Drop3"/>
          <p:cNvCxnSpPr/>
          <p:nvPr/>
        </p:nvCxnSpPr>
        <p:spPr>
          <a:xfrm>
            <a:off x="6096000" y="2350000"/>
            <a:ext cx="1" cy="400000"/>
          </a:xfrm>
          <a:prstGeom prst="line">
            <a:avLst/>
          </a:prstGeom>
          <a:ln w="15875">
            <a:solidFill>
              <a:srgbClr val="9A99AC"/>
            </a:solidFill>
          </a:ln>
        </p:spPr>
      </p:cxnSp>
      <p:cxnSp>
        <p:nvCxnSpPr>
          <p:cNvPr id="15" name="Drop4"/>
          <p:cNvCxnSpPr/>
          <p:nvPr/>
        </p:nvCxnSpPr>
        <p:spPr>
          <a:xfrm>
            <a:off x="8354944" y="2350000"/>
            <a:ext cx="1" cy="400000"/>
          </a:xfrm>
          <a:prstGeom prst="line">
            <a:avLst/>
          </a:prstGeom>
          <a:ln w="15875">
            <a:solidFill>
              <a:srgbClr val="9A99AC"/>
            </a:solidFill>
          </a:ln>
        </p:spPr>
      </p:cxnSp>
      <p:cxnSp>
        <p:nvCxnSpPr>
          <p:cNvPr id="16" name="Drop5"/>
          <p:cNvCxnSpPr/>
          <p:nvPr/>
        </p:nvCxnSpPr>
        <p:spPr>
          <a:xfrm>
            <a:off x="10613888" y="2350000"/>
            <a:ext cx="1" cy="400000"/>
          </a:xfrm>
          <a:prstGeom prst="line">
            <a:avLst/>
          </a:prstGeom>
          <a:ln w="15875">
            <a:solidFill>
              <a:srgbClr val="9A99AC"/>
            </a:solidFill>
          </a:ln>
        </p:spPr>
      </p:cxnSp>
      <p:sp>
        <p:nvSpPr>
          <p:cNvPr id="100" name="Card1"/>
          <p:cNvSpPr/>
          <p:nvPr/>
        </p:nvSpPr>
        <p:spPr>
          <a:xfrm>
            <a:off x="548640" y="3030000"/>
            <a:ext cx="2058944" cy="2500000"/>
          </a:xfrm>
          <a:prstGeom prst="snip1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01" name="Name1"/>
          <p:cNvSpPr/>
          <p:nvPr/>
        </p:nvSpPr>
        <p:spPr>
          <a:xfrm>
            <a:off x="628640" y="3430000"/>
            <a:ext cx="1898944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Pharmacies &amp; Drug Stores</a:t>
            </a:r>
          </a:p>
        </p:txBody>
      </p:sp>
      <p:sp>
        <p:nvSpPr>
          <p:cNvPr id="102" name="PhotoFrame1"/>
          <p:cNvSpPr/>
          <p:nvPr/>
        </p:nvSpPr>
        <p:spPr>
          <a:xfrm>
            <a:off x="698640" y="4290000"/>
            <a:ext cx="1758944" cy="1060000"/>
          </a:xfrm>
          <a:prstGeom prst="roundRect">
            <a:avLst>
              <a:gd name="adj" fmla="val 6000"/>
            </a:avLst>
          </a:prstGeom>
          <a:solidFill>
            <a:srgbClr val="F7F7FA"/>
          </a:solidFill>
          <a:ln w="12700">
            <a:solidFill>
              <a:srgbClr val="E6E6EC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pic>
        <p:nvPicPr>
          <p:cNvPr id="103" name="Photo1_PharmacyD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640" y="4508948"/>
            <a:ext cx="829472" cy="622104"/>
          </a:xfrm>
          <a:prstGeom prst="rect">
            <a:avLst/>
          </a:prstGeom>
          <a:ln w="3175">
            <a:solidFill>
              <a:srgbClr val="E6E6EC"/>
            </a:solidFill>
          </a:ln>
        </p:spPr>
      </p:pic>
      <p:sp>
        <p:nvSpPr>
          <p:cNvPr id="105" name="NumCircle1"/>
          <p:cNvSpPr/>
          <p:nvPr/>
        </p:nvSpPr>
        <p:spPr>
          <a:xfrm>
            <a:off x="1298112" y="2750000"/>
            <a:ext cx="560000" cy="560000"/>
          </a:xfrm>
          <a:prstGeom prst="ellipse">
            <a:avLst/>
          </a:prstGeom>
          <a:solidFill>
            <a:srgbClr val="FFD500"/>
          </a:solidFill>
          <a:ln w="19050">
            <a:solidFill>
              <a:srgbClr val="FFFFFF"/>
            </a:solidFill>
          </a:ln>
          <a:effectLst>
            <a:outerShdw blurRad="76200" dist="25400" dir="5400000" algn="bl" rotWithShape="0">
              <a:srgbClr val="0A063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</a:p>
        </p:txBody>
      </p:sp>
      <p:sp>
        <p:nvSpPr>
          <p:cNvPr id="110" name="Card2"/>
          <p:cNvSpPr/>
          <p:nvPr/>
        </p:nvSpPr>
        <p:spPr>
          <a:xfrm>
            <a:off x="2807584" y="3030000"/>
            <a:ext cx="2058944" cy="2500000"/>
          </a:xfrm>
          <a:prstGeom prst="snip1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11" name="Name2"/>
          <p:cNvSpPr/>
          <p:nvPr/>
        </p:nvSpPr>
        <p:spPr>
          <a:xfrm>
            <a:off x="2887584" y="3430000"/>
            <a:ext cx="1898944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Hospitals</a:t>
            </a:r>
          </a:p>
        </p:txBody>
      </p:sp>
      <p:sp>
        <p:nvSpPr>
          <p:cNvPr id="112" name="PhotoFrame2"/>
          <p:cNvSpPr/>
          <p:nvPr/>
        </p:nvSpPr>
        <p:spPr>
          <a:xfrm>
            <a:off x="2957584" y="4290000"/>
            <a:ext cx="1758944" cy="1060000"/>
          </a:xfrm>
          <a:prstGeom prst="roundRect">
            <a:avLst>
              <a:gd name="adj" fmla="val 6000"/>
            </a:avLst>
          </a:prstGeom>
          <a:solidFill>
            <a:srgbClr val="F7F7FA"/>
          </a:solidFill>
          <a:ln w="12700">
            <a:solidFill>
              <a:srgbClr val="E6E6EC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pic>
        <p:nvPicPr>
          <p:cNvPr id="113" name="Photo1_FootTreatme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7584" y="4508948"/>
            <a:ext cx="829472" cy="622104"/>
          </a:xfrm>
          <a:prstGeom prst="rect">
            <a:avLst/>
          </a:prstGeom>
          <a:ln w="3175">
            <a:solidFill>
              <a:srgbClr val="E6E6EC"/>
            </a:solidFill>
          </a:ln>
        </p:spPr>
      </p:pic>
      <p:pic>
        <p:nvPicPr>
          <p:cNvPr id="116" name="Photo2_HospitalBase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7056" y="4508948"/>
            <a:ext cx="829472" cy="622104"/>
          </a:xfrm>
          <a:prstGeom prst="rect">
            <a:avLst/>
          </a:prstGeom>
          <a:ln w="3175">
            <a:solidFill>
              <a:srgbClr val="E6E6EC"/>
            </a:solidFill>
          </a:ln>
        </p:spPr>
      </p:pic>
      <p:sp>
        <p:nvSpPr>
          <p:cNvPr id="120" name="Card3"/>
          <p:cNvSpPr/>
          <p:nvPr/>
        </p:nvSpPr>
        <p:spPr>
          <a:xfrm>
            <a:off x="5066528" y="3030000"/>
            <a:ext cx="2058944" cy="2500000"/>
          </a:xfrm>
          <a:prstGeom prst="snip1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21" name="Name3"/>
          <p:cNvSpPr/>
          <p:nvPr/>
        </p:nvSpPr>
        <p:spPr>
          <a:xfrm>
            <a:off x="5146528" y="3430000"/>
            <a:ext cx="1898944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</a:t>
            </a:r>
          </a:p>
        </p:txBody>
      </p:sp>
      <p:sp>
        <p:nvSpPr>
          <p:cNvPr id="122" name="PhotoFrame3"/>
          <p:cNvSpPr/>
          <p:nvPr/>
        </p:nvSpPr>
        <p:spPr>
          <a:xfrm>
            <a:off x="5216528" y="4290000"/>
            <a:ext cx="1758944" cy="1060000"/>
          </a:xfrm>
          <a:prstGeom prst="roundRect">
            <a:avLst>
              <a:gd name="adj" fmla="val 6000"/>
            </a:avLst>
          </a:prstGeom>
          <a:solidFill>
            <a:srgbClr val="F7F7FA"/>
          </a:solidFill>
          <a:ln w="12700">
            <a:solidFill>
              <a:srgbClr val="E6E6EC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pic>
        <p:nvPicPr>
          <p:cNvPr id="123" name="Photo1_DigitalAmaz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6528" y="4508948"/>
            <a:ext cx="829472" cy="622104"/>
          </a:xfrm>
          <a:prstGeom prst="rect">
            <a:avLst/>
          </a:prstGeom>
          <a:ln w="3175">
            <a:solidFill>
              <a:srgbClr val="E6E6EC"/>
            </a:solidFill>
          </a:ln>
        </p:spPr>
      </p:pic>
      <p:sp>
        <p:nvSpPr>
          <p:cNvPr id="125" name="NumCircle3"/>
          <p:cNvSpPr/>
          <p:nvPr/>
        </p:nvSpPr>
        <p:spPr>
          <a:xfrm>
            <a:off x="5816000" y="2750000"/>
            <a:ext cx="560000" cy="560000"/>
          </a:xfrm>
          <a:prstGeom prst="ellipse">
            <a:avLst/>
          </a:prstGeom>
          <a:solidFill>
            <a:srgbClr val="FFD500"/>
          </a:solidFill>
          <a:ln w="19050">
            <a:solidFill>
              <a:srgbClr val="FFFFFF"/>
            </a:solidFill>
          </a:ln>
          <a:effectLst>
            <a:outerShdw blurRad="76200" dist="25400" dir="5400000" algn="bl" rotWithShape="0">
              <a:srgbClr val="0A063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</a:p>
        </p:txBody>
      </p:sp>
      <p:sp>
        <p:nvSpPr>
          <p:cNvPr id="130" name="Card4"/>
          <p:cNvSpPr/>
          <p:nvPr/>
        </p:nvSpPr>
        <p:spPr>
          <a:xfrm>
            <a:off x="7325472" y="3030000"/>
            <a:ext cx="2058944" cy="2500000"/>
          </a:xfrm>
          <a:prstGeom prst="snip1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31" name="Name4"/>
          <p:cNvSpPr/>
          <p:nvPr/>
        </p:nvSpPr>
        <p:spPr>
          <a:xfrm>
            <a:off x="7405472" y="3430000"/>
            <a:ext cx="1898944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Orthopedic And Physiotherapy Institutes</a:t>
            </a:r>
          </a:p>
        </p:txBody>
      </p:sp>
      <p:sp>
        <p:nvSpPr>
          <p:cNvPr id="132" name="PhotoFrame4"/>
          <p:cNvSpPr/>
          <p:nvPr/>
        </p:nvSpPr>
        <p:spPr>
          <a:xfrm>
            <a:off x="7475472" y="4290000"/>
            <a:ext cx="1758944" cy="1060000"/>
          </a:xfrm>
          <a:prstGeom prst="roundRect">
            <a:avLst>
              <a:gd name="adj" fmla="val 6000"/>
            </a:avLst>
          </a:prstGeom>
          <a:solidFill>
            <a:srgbClr val="F7F7FA"/>
          </a:solidFill>
          <a:ln w="12700">
            <a:solidFill>
              <a:srgbClr val="E6E6EC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pic>
        <p:nvPicPr>
          <p:cNvPr id="133" name="Photo1_OrthopedicBuildi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05472" y="4508948"/>
            <a:ext cx="829472" cy="622104"/>
          </a:xfrm>
          <a:prstGeom prst="rect">
            <a:avLst/>
          </a:prstGeom>
          <a:ln w="3175">
            <a:solidFill>
              <a:srgbClr val="E6E6EC"/>
            </a:solidFill>
          </a:ln>
        </p:spPr>
      </p:pic>
      <p:sp>
        <p:nvSpPr>
          <p:cNvPr id="135" name="NumCircle4"/>
          <p:cNvSpPr/>
          <p:nvPr/>
        </p:nvSpPr>
        <p:spPr>
          <a:xfrm>
            <a:off x="8074944" y="2750000"/>
            <a:ext cx="560000" cy="560000"/>
          </a:xfrm>
          <a:prstGeom prst="ellipse">
            <a:avLst/>
          </a:prstGeom>
          <a:solidFill>
            <a:srgbClr val="FFD500"/>
          </a:solidFill>
          <a:ln w="19050">
            <a:solidFill>
              <a:srgbClr val="FFFFFF"/>
            </a:solidFill>
          </a:ln>
          <a:effectLst>
            <a:outerShdw blurRad="76200" dist="25400" dir="5400000" algn="bl" rotWithShape="0">
              <a:srgbClr val="0A063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</a:p>
        </p:txBody>
      </p:sp>
      <p:sp>
        <p:nvSpPr>
          <p:cNvPr id="140" name="Card5"/>
          <p:cNvSpPr/>
          <p:nvPr/>
        </p:nvSpPr>
        <p:spPr>
          <a:xfrm>
            <a:off x="9584416" y="3030000"/>
            <a:ext cx="2058944" cy="2500000"/>
          </a:xfrm>
          <a:prstGeom prst="snip1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6EC"/>
            </a:solidFill>
            <a:prstDash val="solid"/>
          </a:ln>
          <a:effectLst>
            <a:outerShdw blurRad="101600" dist="38100" dir="5400000" algn="bl" rotWithShape="0">
              <a:srgbClr val="0A063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41" name="Name5"/>
          <p:cNvSpPr/>
          <p:nvPr/>
        </p:nvSpPr>
        <p:spPr>
          <a:xfrm>
            <a:off x="9664416" y="3430000"/>
            <a:ext cx="1898944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Labels</a:t>
            </a:r>
          </a:p>
        </p:txBody>
      </p:sp>
      <p:sp>
        <p:nvSpPr>
          <p:cNvPr id="142" name="PhotoFrame5"/>
          <p:cNvSpPr/>
          <p:nvPr/>
        </p:nvSpPr>
        <p:spPr>
          <a:xfrm>
            <a:off x="9734416" y="4290000"/>
            <a:ext cx="1758944" cy="1060000"/>
          </a:xfrm>
          <a:prstGeom prst="roundRect">
            <a:avLst>
              <a:gd name="adj" fmla="val 6000"/>
            </a:avLst>
          </a:prstGeom>
          <a:solidFill>
            <a:srgbClr val="F7F7FA"/>
          </a:solidFill>
          <a:ln w="12700">
            <a:solidFill>
              <a:srgbClr val="E6E6EC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pic>
        <p:nvPicPr>
          <p:cNvPr id="146" name="Photo1_PrivateToeCushi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73339" y="4330001"/>
            <a:ext cx="476626" cy="801052"/>
          </a:xfrm>
          <a:prstGeom prst="rect">
            <a:avLst/>
          </a:prstGeom>
          <a:ln w="3175">
            <a:solidFill>
              <a:srgbClr val="E6E6EC"/>
            </a:solidFill>
          </a:ln>
        </p:spPr>
      </p:pic>
      <p:cxnSp>
        <p:nvCxnSpPr>
          <p:cNvPr id="147" name="PhotoDivider5"/>
          <p:cNvCxnSpPr/>
          <p:nvPr/>
        </p:nvCxnSpPr>
        <p:spPr>
          <a:xfrm>
            <a:off x="10613888" y="4320000"/>
            <a:ext cx="0" cy="1000000"/>
          </a:xfrm>
          <a:prstGeom prst="line">
            <a:avLst/>
          </a:prstGeom>
          <a:ln w="9525">
            <a:solidFill>
              <a:srgbClr val="B9B9C6"/>
            </a:solidFill>
          </a:ln>
        </p:spPr>
      </p:cxnSp>
      <p:pic>
        <p:nvPicPr>
          <p:cNvPr id="148" name="Photo2_PrivateGelInsole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93888" y="4330000"/>
            <a:ext cx="346924" cy="959267"/>
          </a:xfrm>
          <a:prstGeom prst="rect">
            <a:avLst/>
          </a:prstGeom>
          <a:ln w="3175">
            <a:solidFill>
              <a:srgbClr val="E6E6EC"/>
            </a:solidFill>
          </a:ln>
        </p:spPr>
      </p:pic>
      <p:sp>
        <p:nvSpPr>
          <p:cNvPr id="145" name="NumCircle5"/>
          <p:cNvSpPr/>
          <p:nvPr/>
        </p:nvSpPr>
        <p:spPr>
          <a:xfrm>
            <a:off x="10333888" y="2750000"/>
            <a:ext cx="560000" cy="560000"/>
          </a:xfrm>
          <a:prstGeom prst="ellipse">
            <a:avLst/>
          </a:prstGeom>
          <a:solidFill>
            <a:srgbClr val="FFD500"/>
          </a:solidFill>
          <a:ln w="19050">
            <a:solidFill>
              <a:srgbClr val="FFFFFF"/>
            </a:solidFill>
          </a:ln>
          <a:effectLst>
            <a:outerShdw blurRad="76200" dist="25400" dir="5400000" algn="bl" rotWithShape="0">
              <a:srgbClr val="0A063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</a:p>
        </p:txBody>
      </p:sp>
      <p:pic>
        <p:nvPicPr>
          <p:cNvPr id="950" name="FooterLineLogo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6223000"/>
            <a:ext cx="12192000" cy="495300"/>
          </a:xfrm>
          <a:prstGeom prst="rect">
            <a:avLst/>
          </a:prstGeom>
        </p:spPr>
      </p:pic>
      <p:sp>
        <p:nvSpPr>
          <p:cNvPr id="5" name="NumCircle1">
            <a:extLst>
              <a:ext uri="{FF2B5EF4-FFF2-40B4-BE49-F238E27FC236}">
                <a16:creationId xmlns:a16="http://schemas.microsoft.com/office/drawing/2014/main" id="{BC716498-FCD3-2392-A18D-3C1A447F1963}"/>
              </a:ext>
            </a:extLst>
          </p:cNvPr>
          <p:cNvSpPr/>
          <p:nvPr/>
        </p:nvSpPr>
        <p:spPr>
          <a:xfrm>
            <a:off x="3557057" y="2718061"/>
            <a:ext cx="560000" cy="560000"/>
          </a:xfrm>
          <a:prstGeom prst="ellipse">
            <a:avLst/>
          </a:prstGeom>
          <a:solidFill>
            <a:srgbClr val="FFD500"/>
          </a:solidFill>
          <a:ln w="19050">
            <a:solidFill>
              <a:srgbClr val="FFFFFF"/>
            </a:solidFill>
          </a:ln>
          <a:effectLst>
            <a:outerShdw blurRad="76200" dist="25400" dir="5400000" algn="bl" rotWithShape="0">
              <a:srgbClr val="0A063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</a:p>
        </p:txBody>
      </p:sp>
      <p:pic>
        <p:nvPicPr>
          <p:cNvPr id="7" name="תמונה 6">
            <a:extLst>
              <a:ext uri="{FF2B5EF4-FFF2-40B4-BE49-F238E27FC236}">
                <a16:creationId xmlns:a16="http://schemas.microsoft.com/office/drawing/2014/main" id="{88518A8A-2C58-F8D5-5463-975BA67F68A7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22521" t="10421" r="9792" b="-1"/>
          <a:stretch>
            <a:fillRect/>
          </a:stretch>
        </p:blipFill>
        <p:spPr>
          <a:xfrm>
            <a:off x="6126000" y="4508947"/>
            <a:ext cx="829472" cy="622105"/>
          </a:xfrm>
          <a:prstGeom prst="rect">
            <a:avLst/>
          </a:prstGeom>
        </p:spPr>
      </p:pic>
      <p:pic>
        <p:nvPicPr>
          <p:cNvPr id="18" name="תמונה 17">
            <a:extLst>
              <a:ext uri="{FF2B5EF4-FFF2-40B4-BE49-F238E27FC236}">
                <a16:creationId xmlns:a16="http://schemas.microsoft.com/office/drawing/2014/main" id="{6FF17410-E2C1-5C5F-360C-A544BE1539F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08113" y="4508949"/>
            <a:ext cx="829472" cy="638216"/>
          </a:xfrm>
          <a:prstGeom prst="rect">
            <a:avLst/>
          </a:prstGeom>
        </p:spPr>
      </p:pic>
      <p:pic>
        <p:nvPicPr>
          <p:cNvPr id="20" name="תמונה 19">
            <a:extLst>
              <a:ext uri="{FF2B5EF4-FFF2-40B4-BE49-F238E27FC236}">
                <a16:creationId xmlns:a16="http://schemas.microsoft.com/office/drawing/2014/main" id="{394CA7B3-67AA-6AA8-71BA-0DF92DC1D9F4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r="24942"/>
          <a:stretch>
            <a:fillRect/>
          </a:stretch>
        </p:blipFill>
        <p:spPr>
          <a:xfrm>
            <a:off x="8386408" y="4499660"/>
            <a:ext cx="828008" cy="64750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 - Runner (Framed)">
    <p:bg>
      <p:bgPr>
        <a:solidFill>
          <a:srgbClr val="140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rner Frame"/>
          <p:cNvSpPr/>
          <p:nvPr/>
        </p:nvSpPr>
        <p:spPr>
          <a:xfrm>
            <a:off x="6650000" y="520000"/>
            <a:ext cx="5150000" cy="5980000"/>
          </a:xfrm>
          <a:prstGeom prst="snip1Rect">
            <a:avLst>
              <a:gd name="adj" fmla="val 9000"/>
            </a:avLst>
          </a:prstGeom>
          <a:noFill/>
          <a:ln w="28575">
            <a:solidFill>
              <a:srgbClr val="FFD50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pic>
        <p:nvPicPr>
          <p:cNvPr id="4" name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" y="700000"/>
            <a:ext cx="2000000" cy="759300"/>
          </a:xfrm>
          <a:prstGeom prst="rect">
            <a:avLst/>
          </a:prstGeom>
        </p:spPr>
      </p:pic>
      <p:sp>
        <p:nvSpPr>
          <p:cNvPr id="5" name="Tagline"/>
          <p:cNvSpPr/>
          <p:nvPr/>
        </p:nvSpPr>
        <p:spPr>
          <a:xfrm>
            <a:off x="750000" y="1650000"/>
            <a:ext cx="5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kern="0" spc="30" dirty="0"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TO PERFORM</a:t>
            </a:r>
            <a:endParaRPr lang="en-US" sz="3200" dirty="0"/>
          </a:p>
        </p:txBody>
      </p:sp>
      <p:sp>
        <p:nvSpPr>
          <p:cNvPr id="6" name="Subtitle"/>
          <p:cNvSpPr/>
          <p:nvPr/>
        </p:nvSpPr>
        <p:spPr>
          <a:xfrm>
            <a:off x="750000" y="2420000"/>
            <a:ext cx="51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GLOBAL ORTHOPEDICS &amp; FOOTCARE MANUFACTURER</a:t>
            </a:r>
            <a:endParaRPr lang="en-US" sz="1400" dirty="0"/>
          </a:p>
        </p:txBody>
      </p:sp>
      <p:sp>
        <p:nvSpPr>
          <p:cNvPr id="7" name="Badge"/>
          <p:cNvSpPr/>
          <p:nvPr/>
        </p:nvSpPr>
        <p:spPr>
          <a:xfrm>
            <a:off x="750000" y="6100000"/>
            <a:ext cx="2650000" cy="480000"/>
          </a:xfrm>
          <a:prstGeom prst="snip1Rect">
            <a:avLst>
              <a:gd name="adj" fmla="val 86207"/>
            </a:avLst>
          </a:prstGeom>
          <a:solidFill>
            <a:srgbClr val="FFD50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8" name="Badge Text"/>
          <p:cNvSpPr/>
          <p:nvPr/>
        </p:nvSpPr>
        <p:spPr>
          <a:xfrm>
            <a:off x="750000" y="6100000"/>
            <a:ext cx="265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50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PROFILE</a:t>
            </a:r>
            <a:endParaRPr lang="en-US" sz="1300" dirty="0"/>
          </a:p>
        </p:txBody>
      </p:sp>
      <p:pic>
        <p:nvPicPr>
          <p:cNvPr id="9" name="Athle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0000" y="638000"/>
            <a:ext cx="5073000" cy="610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rner Frame"/>
          <p:cNvSpPr/>
          <p:nvPr/>
        </p:nvSpPr>
        <p:spPr>
          <a:xfrm>
            <a:off x="300000" y="300000"/>
            <a:ext cx="11592000" cy="6258000"/>
          </a:xfrm>
          <a:prstGeom prst="snip1Rect">
            <a:avLst>
              <a:gd name="adj" fmla="val 7500"/>
            </a:avLst>
          </a:prstGeom>
          <a:noFill/>
          <a:ln w="285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pic>
        <p:nvPicPr>
          <p:cNvPr id="4" name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000" y="700000"/>
            <a:ext cx="2000000" cy="759300"/>
          </a:xfrm>
          <a:prstGeom prst="rect">
            <a:avLst/>
          </a:prstGeom>
        </p:spPr>
      </p:pic>
      <p:sp>
        <p:nvSpPr>
          <p:cNvPr id="5" name="Tagline"/>
          <p:cNvSpPr/>
          <p:nvPr/>
        </p:nvSpPr>
        <p:spPr>
          <a:xfrm>
            <a:off x="750000" y="1650000"/>
            <a:ext cx="5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kern="0" spc="30" dirty="0">
                <a:ln w="12700">
                  <a:solidFill>
                    <a:srgbClr val="1E2761"/>
                  </a:solidFill>
                </a:ln>
                <a:solidFill>
                  <a:srgbClr val="FFD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TO PERFORM</a:t>
            </a:r>
            <a:endParaRPr lang="en-US" sz="3200" dirty="0"/>
          </a:p>
        </p:txBody>
      </p:sp>
      <p:sp>
        <p:nvSpPr>
          <p:cNvPr id="6" name="Subtitle"/>
          <p:cNvSpPr/>
          <p:nvPr/>
        </p:nvSpPr>
        <p:spPr>
          <a:xfrm>
            <a:off x="750000" y="2420000"/>
            <a:ext cx="51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GLOBAL ORTHOPEDICS &amp; FOOTCARE MANUFACTURER</a:t>
            </a:r>
            <a:endParaRPr lang="en-US" sz="1400" dirty="0"/>
          </a:p>
        </p:txBody>
      </p:sp>
      <p:sp>
        <p:nvSpPr>
          <p:cNvPr id="7" name="Badge"/>
          <p:cNvSpPr/>
          <p:nvPr/>
        </p:nvSpPr>
        <p:spPr>
          <a:xfrm>
            <a:off x="750000" y="6100000"/>
            <a:ext cx="2650000" cy="480000"/>
          </a:xfrm>
          <a:prstGeom prst="snip1Rect">
            <a:avLst>
              <a:gd name="adj" fmla="val 86207"/>
            </a:avLst>
          </a:prstGeom>
          <a:solidFill>
            <a:srgbClr val="FFD50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8" name="Badge Text"/>
          <p:cNvSpPr/>
          <p:nvPr/>
        </p:nvSpPr>
        <p:spPr>
          <a:xfrm>
            <a:off x="750000" y="6100000"/>
            <a:ext cx="265000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50" dirty="0">
                <a:solidFill>
                  <a:srgbClr val="140D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PROFILE</a:t>
            </a:r>
            <a:endParaRPr lang="en-US" sz="1300" dirty="0"/>
          </a:p>
        </p:txBody>
      </p:sp>
      <p:pic>
        <p:nvPicPr>
          <p:cNvPr id="9" name="Athle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390" y="822960"/>
            <a:ext cx="7317610" cy="6035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576</Words>
  <Application>Microsoft Office PowerPoint</Application>
  <PresentationFormat>מסך רחב</PresentationFormat>
  <Paragraphs>146</Paragraphs>
  <Slides>17</Slides>
  <Notes>4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Eyal Sadot</cp:lastModifiedBy>
  <cp:revision>3</cp:revision>
  <dcterms:created xsi:type="dcterms:W3CDTF">2026-08-02T08:27:24Z</dcterms:created>
  <dcterms:modified xsi:type="dcterms:W3CDTF">2026-08-08T12:35:22Z</dcterms:modified>
</cp:coreProperties>
</file>