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6" r:id="rId3"/>
    <p:sldId id="285" r:id="rId4"/>
    <p:sldId id="276" r:id="rId5"/>
    <p:sldId id="257" r:id="rId6"/>
    <p:sldId id="283" r:id="rId7"/>
    <p:sldId id="278" r:id="rId8"/>
    <p:sldId id="275" r:id="rId9"/>
    <p:sldId id="273" r:id="rId10"/>
    <p:sldId id="258" r:id="rId11"/>
    <p:sldId id="281" r:id="rId12"/>
    <p:sldId id="277" r:id="rId13"/>
    <p:sldId id="259" r:id="rId14"/>
    <p:sldId id="280" r:id="rId15"/>
    <p:sldId id="284" r:id="rId16"/>
    <p:sldId id="279" r:id="rId17"/>
    <p:sldId id="28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5F4DD-391C-479A-A105-F9476929AEDE}" v="11" dt="2026-08-08T12:28:14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modSld sldOrd">
      <pc:chgData name="Eyal Sadot" userId="9c57a40b-08c8-435b-851c-1854c25cf41d" providerId="ADAL" clId="{02003448-2CBC-42C7-80BD-DC4C07BEB2CD}" dt="2026-08-08T12:35:13.749" v="27"/>
      <pc:docMkLst>
        <pc:docMk/>
      </pc:docMkLst>
      <pc:sldChg chg="modSp ord">
        <pc:chgData name="Eyal Sadot" userId="9c57a40b-08c8-435b-851c-1854c25cf41d" providerId="ADAL" clId="{02003448-2CBC-42C7-80BD-DC4C07BEB2CD}" dt="2026-08-08T12:13:59.997" v="5"/>
        <pc:sldMkLst>
          <pc:docMk/>
          <pc:sldMk cId="0" sldId="256"/>
        </pc:sldMkLst>
        <pc:spChg chg="mod">
          <ac:chgData name="Eyal Sadot" userId="9c57a40b-08c8-435b-851c-1854c25cf41d" providerId="ADAL" clId="{02003448-2CBC-42C7-80BD-DC4C07BEB2CD}" dt="2026-08-08T12:12:42.839" v="3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Eyal Sadot" userId="9c57a40b-08c8-435b-851c-1854c25cf41d" providerId="ADAL" clId="{02003448-2CBC-42C7-80BD-DC4C07BEB2CD}" dt="2026-08-08T12:15:33.714" v="7"/>
        <pc:sldMkLst>
          <pc:docMk/>
          <pc:sldMk cId="0" sldId="257"/>
        </pc:sldMkLst>
        <pc:spChg chg="mod">
          <ac:chgData name="Eyal Sadot" userId="9c57a40b-08c8-435b-851c-1854c25cf41d" providerId="ADAL" clId="{02003448-2CBC-42C7-80BD-DC4C07BEB2CD}" dt="2026-08-08T12:15:33.714" v="7"/>
          <ac:spMkLst>
            <pc:docMk/>
            <pc:sldMk cId="0" sldId="257"/>
            <ac:spMk id="3" creationId="{00000000-0000-0000-0000-000000000000}"/>
          </ac:spMkLst>
        </pc:spChg>
      </pc:sldChg>
      <pc:sldChg chg="ord">
        <pc:chgData name="Eyal Sadot" userId="9c57a40b-08c8-435b-851c-1854c25cf41d" providerId="ADAL" clId="{02003448-2CBC-42C7-80BD-DC4C07BEB2CD}" dt="2026-08-08T12:22:15.609" v="21"/>
        <pc:sldMkLst>
          <pc:docMk/>
          <pc:sldMk cId="0" sldId="259"/>
        </pc:sldMkLst>
      </pc:sldChg>
      <pc:sldChg chg="ord">
        <pc:chgData name="Eyal Sadot" userId="9c57a40b-08c8-435b-851c-1854c25cf41d" providerId="ADAL" clId="{02003448-2CBC-42C7-80BD-DC4C07BEB2CD}" dt="2026-08-08T12:21:35.073" v="17"/>
        <pc:sldMkLst>
          <pc:docMk/>
          <pc:sldMk cId="0" sldId="273"/>
        </pc:sldMkLst>
      </pc:sldChg>
      <pc:sldChg chg="modSp">
        <pc:chgData name="Eyal Sadot" userId="9c57a40b-08c8-435b-851c-1854c25cf41d" providerId="ADAL" clId="{02003448-2CBC-42C7-80BD-DC4C07BEB2CD}" dt="2026-08-08T12:08:58.648" v="2"/>
        <pc:sldMkLst>
          <pc:docMk/>
          <pc:sldMk cId="0" sldId="274"/>
        </pc:sldMkLst>
        <pc:spChg chg="mod">
          <ac:chgData name="Eyal Sadot" userId="9c57a40b-08c8-435b-851c-1854c25cf41d" providerId="ADAL" clId="{02003448-2CBC-42C7-80BD-DC4C07BEB2CD}" dt="2026-08-08T12:08:58.648" v="2"/>
          <ac:spMkLst>
            <pc:docMk/>
            <pc:sldMk cId="0" sldId="274"/>
            <ac:spMk id="6" creationId="{00000000-0000-0000-0000-000000000000}"/>
          </ac:spMkLst>
        </pc:spChg>
      </pc:sldChg>
      <pc:sldChg chg="ord">
        <pc:chgData name="Eyal Sadot" userId="9c57a40b-08c8-435b-851c-1854c25cf41d" providerId="ADAL" clId="{02003448-2CBC-42C7-80BD-DC4C07BEB2CD}" dt="2026-08-08T12:21:32.037" v="16"/>
        <pc:sldMkLst>
          <pc:docMk/>
          <pc:sldMk cId="0" sldId="275"/>
        </pc:sldMkLst>
      </pc:sldChg>
      <pc:sldChg chg="modSp ord">
        <pc:chgData name="Eyal Sadot" userId="9c57a40b-08c8-435b-851c-1854c25cf41d" providerId="ADAL" clId="{02003448-2CBC-42C7-80BD-DC4C07BEB2CD}" dt="2026-08-08T12:28:14.270" v="25"/>
        <pc:sldMkLst>
          <pc:docMk/>
          <pc:sldMk cId="0" sldId="276"/>
        </pc:sldMkLst>
        <pc:spChg chg="mod">
          <ac:chgData name="Eyal Sadot" userId="9c57a40b-08c8-435b-851c-1854c25cf41d" providerId="ADAL" clId="{02003448-2CBC-42C7-80BD-DC4C07BEB2CD}" dt="2026-08-08T12:28:14.270" v="25"/>
          <ac:spMkLst>
            <pc:docMk/>
            <pc:sldMk cId="0" sldId="276"/>
            <ac:spMk id="3" creationId="{00000000-0000-0000-0000-000000000000}"/>
          </ac:spMkLst>
        </pc:spChg>
      </pc:sldChg>
      <pc:sldChg chg="ord">
        <pc:chgData name="Eyal Sadot" userId="9c57a40b-08c8-435b-851c-1854c25cf41d" providerId="ADAL" clId="{02003448-2CBC-42C7-80BD-DC4C07BEB2CD}" dt="2026-08-08T12:20:20.636" v="10"/>
        <pc:sldMkLst>
          <pc:docMk/>
          <pc:sldMk cId="0" sldId="278"/>
        </pc:sldMkLst>
      </pc:sldChg>
      <pc:sldChg chg="ord">
        <pc:chgData name="Eyal Sadot" userId="9c57a40b-08c8-435b-851c-1854c25cf41d" providerId="ADAL" clId="{02003448-2CBC-42C7-80BD-DC4C07BEB2CD}" dt="2026-08-08T12:35:09.944" v="26"/>
        <pc:sldMkLst>
          <pc:docMk/>
          <pc:sldMk cId="0" sldId="279"/>
        </pc:sldMkLst>
      </pc:sldChg>
      <pc:sldChg chg="ord">
        <pc:chgData name="Eyal Sadot" userId="9c57a40b-08c8-435b-851c-1854c25cf41d" providerId="ADAL" clId="{02003448-2CBC-42C7-80BD-DC4C07BEB2CD}" dt="2026-08-08T12:35:13.749" v="27"/>
        <pc:sldMkLst>
          <pc:docMk/>
          <pc:sldMk cId="0" sldId="280"/>
        </pc:sldMkLst>
      </pc:sldChg>
      <pc:sldChg chg="ord">
        <pc:chgData name="Eyal Sadot" userId="9c57a40b-08c8-435b-851c-1854c25cf41d" providerId="ADAL" clId="{02003448-2CBC-42C7-80BD-DC4C07BEB2CD}" dt="2026-08-08T12:22:08.859" v="20"/>
        <pc:sldMkLst>
          <pc:docMk/>
          <pc:sldMk cId="0" sldId="281"/>
        </pc:sldMkLst>
      </pc:sldChg>
      <pc:sldChg chg="ord">
        <pc:chgData name="Eyal Sadot" userId="9c57a40b-08c8-435b-851c-1854c25cf41d" providerId="ADAL" clId="{02003448-2CBC-42C7-80BD-DC4C07BEB2CD}" dt="2026-08-08T12:21:16.045" v="14"/>
        <pc:sldMkLst>
          <pc:docMk/>
          <pc:sldMk cId="0" sldId="282"/>
        </pc:sldMkLst>
      </pc:sldChg>
      <pc:sldChg chg="modSp ord">
        <pc:chgData name="Eyal Sadot" userId="9c57a40b-08c8-435b-851c-1854c25cf41d" providerId="ADAL" clId="{02003448-2CBC-42C7-80BD-DC4C07BEB2CD}" dt="2026-08-08T12:23:04.686" v="23"/>
        <pc:sldMkLst>
          <pc:docMk/>
          <pc:sldMk cId="0" sldId="283"/>
        </pc:sldMkLst>
        <pc:spChg chg="mod">
          <ac:chgData name="Eyal Sadot" userId="9c57a40b-08c8-435b-851c-1854c25cf41d" providerId="ADAL" clId="{02003448-2CBC-42C7-80BD-DC4C07BEB2CD}" dt="2026-08-08T12:23:04.686" v="23"/>
          <ac:spMkLst>
            <pc:docMk/>
            <pc:sldMk cId="0" sldId="283"/>
            <ac:spMk id="3" creationId="{00000000-0000-0000-0000-000000000000}"/>
          </ac:spMkLst>
        </pc:spChg>
      </pc:sldChg>
      <pc:sldChg chg="ord">
        <pc:chgData name="Eyal Sadot" userId="9c57a40b-08c8-435b-851c-1854c25cf41d" providerId="ADAL" clId="{02003448-2CBC-42C7-80BD-DC4C07BEB2CD}" dt="2026-08-08T12:20:55.904" v="12"/>
        <pc:sldMkLst>
          <pc:docMk/>
          <pc:sldMk cId="0" sldId="284"/>
        </pc:sldMkLst>
      </pc:sldChg>
      <pc:sldChg chg="modSp ord">
        <pc:chgData name="Eyal Sadot" userId="9c57a40b-08c8-435b-851c-1854c25cf41d" providerId="ADAL" clId="{02003448-2CBC-42C7-80BD-DC4C07BEB2CD}" dt="2026-08-08T12:23:12.690" v="24"/>
        <pc:sldMkLst>
          <pc:docMk/>
          <pc:sldMk cId="0" sldId="285"/>
        </pc:sldMkLst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0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1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2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22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32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4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5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52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61" creationId="{00000000-0000-0000-0000-000000000000}"/>
          </ac:spMkLst>
        </pc:spChg>
        <pc:spChg chg="mod">
          <ac:chgData name="Eyal Sadot" userId="9c57a40b-08c8-435b-851c-1854c25cf41d" providerId="ADAL" clId="{02003448-2CBC-42C7-80BD-DC4C07BEB2CD}" dt="2026-08-08T12:23:12.690" v="24"/>
          <ac:spMkLst>
            <pc:docMk/>
            <pc:sldMk cId="0" sldId="285"/>
            <ac:spMk id="17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4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51.jpg"/><Relationship Id="rId7" Type="http://schemas.openxmlformats.org/officeDocument/2006/relationships/image" Target="../media/image55.jpg"/><Relationship Id="rId12" Type="http://schemas.openxmlformats.org/officeDocument/2006/relationships/image" Target="../media/image59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jpg"/><Relationship Id="rId11" Type="http://schemas.openxmlformats.org/officeDocument/2006/relationships/image" Target="../media/image58.png"/><Relationship Id="rId5" Type="http://schemas.openxmlformats.org/officeDocument/2006/relationships/image" Target="../media/image53.jpg"/><Relationship Id="rId10" Type="http://schemas.openxmlformats.org/officeDocument/2006/relationships/image" Target="../media/image57.png"/><Relationship Id="rId4" Type="http://schemas.openxmlformats.org/officeDocument/2006/relationships/image" Target="../media/image52.jp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ORTHOPEDICS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</a:t>
            </a: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ORTHOPEDICS</a:t>
            </a: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480607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500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URIEL, we develop, manufacture, and market the most exceptional medical devices and services for a variety of different purposes.</a:t>
            </a:r>
            <a:endParaRPr lang="en-US" sz="1500" i="1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500" i="1" dirty="0"/>
          </a:p>
          <a:p>
            <a:pPr marL="0" indent="0" algn="just">
              <a:lnSpc>
                <a:spcPct val="104000"/>
              </a:lnSpc>
              <a:buNone/>
            </a:pPr>
            <a:endParaRPr lang="en-US" b="1" i="1" dirty="0">
              <a:solidFill>
                <a:srgbClr val="140D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i="1" dirty="0"/>
          </a:p>
        </p:txBody>
      </p:sp>
      <p:sp>
        <p:nvSpPr>
          <p:cNvPr id="9" name="Shape 5"/>
          <p:cNvSpPr/>
          <p:nvPr/>
        </p:nvSpPr>
        <p:spPr>
          <a:xfrm>
            <a:off x="3534098" y="2724697"/>
            <a:ext cx="3066282" cy="595887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3537139" y="276438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6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357952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20000"/>
                  </a:srgbClr>
                </a:gs>
              </a:gsLst>
              <a:lin ang="0" scaled="1"/>
            </a:gradFill>
          </a:ln>
        </p:spPr>
      </p:cxnSp>
      <p:cxnSp>
        <p:nvCxnSpPr>
          <p:cNvPr id="182" name="TrunkExtensionTip"/>
          <p:cNvCxnSpPr/>
          <p:nvPr/>
        </p:nvCxnSpPr>
        <p:spPr>
          <a:xfrm>
            <a:off x="11808832" y="3825000"/>
            <a:ext cx="63168" cy="1"/>
          </a:xfrm>
          <a:prstGeom prst="line">
            <a:avLst/>
          </a:prstGeom>
          <a:ln w="15875">
            <a:solidFill>
              <a:srgbClr val="9A99AC">
                <a:alpha val="90000"/>
              </a:srgbClr>
            </a:solidFill>
            <a:tailEnd type="triangle" w="sm" len="sm"/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rcRect l="6158" r="6158" b="19873"/>
          <a:stretch>
            <a:fillRect/>
          </a:stretch>
        </p:blipFill>
        <p:spPr>
          <a:xfrm>
            <a:off x="0" y="1778971"/>
            <a:ext cx="12192000" cy="5079029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39" y="140000"/>
            <a:ext cx="10772503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EMPOWERING BETTER </a:t>
            </a:r>
          </a:p>
          <a:p>
            <a:pPr>
              <a:lnSpc>
                <a:spcPct val="106000"/>
              </a:lnSpc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MOVEMENT </a:t>
            </a:r>
            <a:r>
              <a:rPr lang="he-IL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ACROSS </a:t>
            </a: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+</a:t>
            </a:r>
            <a:r>
              <a:rPr lang="he-IL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20</a:t>
            </a: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he-IL" sz="3400" b="1" kern="0" spc="20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COUNTRIES</a:t>
            </a:r>
            <a:endParaRPr lang="en-US" sz="3400" b="1" kern="0" spc="20" dirty="0">
              <a:solidFill>
                <a:srgbClr val="FFD500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he-IL" sz="2800" b="1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PARTNERING WITH LEADING HOSPITALS WORLDWIDE</a:t>
            </a:r>
            <a:r>
              <a:rPr lang="en-US" sz="2800" b="1" dirty="0">
                <a:solidFill>
                  <a:srgbClr val="FFD500"/>
                </a:solidFill>
                <a:latin typeface="Arial" pitchFamily="34" charset="0"/>
                <a:cs typeface="Arial" pitchFamily="34" charset="-120"/>
              </a:rPr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8755017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2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3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4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5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pic>
        <p:nvPicPr>
          <p:cNvPr id="116" name="Photo2_HospitalBas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3339" y="4330001"/>
            <a:ext cx="476626" cy="801052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3888" y="4330000"/>
            <a:ext cx="346924" cy="959267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  <p:sp>
        <p:nvSpPr>
          <p:cNvPr id="5" name="NumCircle1">
            <a:extLst>
              <a:ext uri="{FF2B5EF4-FFF2-40B4-BE49-F238E27FC236}">
                <a16:creationId xmlns:a16="http://schemas.microsoft.com/office/drawing/2014/main" id="{BC716498-FCD3-2392-A18D-3C1A447F1963}"/>
              </a:ext>
            </a:extLst>
          </p:cNvPr>
          <p:cNvSpPr/>
          <p:nvPr/>
        </p:nvSpPr>
        <p:spPr>
          <a:xfrm>
            <a:off x="3557057" y="2718061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88518A8A-2C58-F8D5-5463-975BA67F68A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521" t="10421" r="9792" b="-1"/>
          <a:stretch>
            <a:fillRect/>
          </a:stretch>
        </p:blipFill>
        <p:spPr>
          <a:xfrm>
            <a:off x="6126000" y="4508947"/>
            <a:ext cx="829472" cy="622105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6FF17410-E2C1-5C5F-360C-A544BE1539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8113" y="4508949"/>
            <a:ext cx="829472" cy="638216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394CA7B3-67AA-6AA8-71BA-0DF92DC1D9F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4942"/>
          <a:stretch>
            <a:fillRect/>
          </a:stretch>
        </p:blipFill>
        <p:spPr>
          <a:xfrm>
            <a:off x="8386408" y="4499660"/>
            <a:ext cx="828008" cy="647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576</Words>
  <Application>Microsoft Office PowerPoint</Application>
  <PresentationFormat>מסך רחב</PresentationFormat>
  <Paragraphs>146</Paragraphs>
  <Slides>17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2026-08-08T12:35:22Z</dcterms:modified>
</cp:coreProperties>
</file>