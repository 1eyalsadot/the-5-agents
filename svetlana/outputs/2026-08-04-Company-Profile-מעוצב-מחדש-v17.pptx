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4" r:id="rId15"/>
    <p:sldId id="256" r:id="rId2"/>
    <p:sldId id="257" r:id="rId3"/>
    <p:sldId id="258" r:id="rId4"/>
    <p:sldId id="259" r:id="rId6"/>
    <p:sldId id="273" r:id="rId7"/>
    <p:sldId id="275" r:id="rId16"/>
    <p:sldId id="276" r:id="rId17"/>
    <p:sldId id="277" r:id="rId18"/>
    <p:sldId id="278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7" Type="http://schemas.openxmlformats.org/officeDocument/2006/relationships/image" Target="../media/image36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cat_hero.png"/><Relationship Id="rId3" Type="http://schemas.openxmlformats.org/officeDocument/2006/relationships/image" Target="../media/image_cat_shoulder.png"/><Relationship Id="rId4" Type="http://schemas.openxmlformats.org/officeDocument/2006/relationships/image" Target="../media/image_cat_knee.png"/><Relationship Id="rId5" Type="http://schemas.openxmlformats.org/officeDocument/2006/relationships/image" Target="../media/image_cat_insole.png"/><Relationship Id="rId6" Type="http://schemas.openxmlformats.org/officeDocument/2006/relationships/image" Target="../media/image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0" Type="http://schemas.openxmlformats.org/officeDocument/2006/relationships/image" Target="../media/image_hq1.jpg"/><Relationship Id="rId11" Type="http://schemas.openxmlformats.org/officeDocument/2006/relationships/image" Target="../media/image_hq2.jpg"/><Relationship Id="rId12" Type="http://schemas.openxmlformats.org/officeDocument/2006/relationships/image" Target="../media/image_hq3.jpg"/><Relationship Id="rId13" Type="http://schemas.openxmlformats.org/officeDocument/2006/relationships/image" Target="../media/image_hq4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6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306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322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613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613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84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64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64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96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79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230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314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65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49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45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45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101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833607"/>
            <a:ext cx="5608015" cy="53736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Frame"/>
          <p:cNvSpPr/>
          <p:nvPr/>
        </p:nvSpPr>
        <p:spPr>
          <a:xfrm>
            <a:off x="6650000" y="520000"/>
            <a:ext cx="5150000" cy="5980000"/>
          </a:xfrm>
          <a:prstGeom prst="snip1Rect">
            <a:avLst>
              <a:gd name="adj" fmla="val 90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orthotics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638000"/>
            <a:ext cx="5073000" cy="61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ing with Exp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69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EXPERTS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320000"/>
            <a:ext cx="2950000" cy="460000"/>
          </a:xfrm>
          <a:prstGeom prst="snip1Rect">
            <a:avLst>
              <a:gd name="adj" fmla="val 89286"/>
            </a:avLst>
          </a:prstGeom>
          <a:solidFill>
            <a:srgbClr val="9A82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ADVISORY BOARD</a:t>
            </a:r>
            <a:endParaRPr lang="en-US" sz="1100" dirty="0"/>
          </a:p>
        </p:txBody>
      </p:sp>
      <p:sp>
        <p:nvSpPr>
          <p:cNvPr id="10" name="Card1"/>
          <p:cNvSpPr/>
          <p:nvPr/>
        </p:nvSpPr>
        <p:spPr>
          <a:xfrm>
            <a:off x="5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Portrai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12" name="Name1"/>
          <p:cNvSpPr/>
          <p:nvPr/>
        </p:nvSpPr>
        <p:spPr>
          <a:xfrm>
            <a:off x="5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REIS</a:t>
            </a:r>
            <a:endParaRPr lang="en-US" sz="1200" dirty="0"/>
          </a:p>
        </p:txBody>
      </p:sp>
      <p:sp>
        <p:nvSpPr>
          <p:cNvPr id="13" name="Role1"/>
          <p:cNvSpPr/>
          <p:nvPr/>
        </p:nvSpPr>
        <p:spPr>
          <a:xfrm>
            <a:off x="5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specialist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president of the Israeli Association for Orthopedics</a:t>
            </a:r>
            <a:endParaRPr lang="en-US" sz="900" dirty="0"/>
          </a:p>
        </p:txBody>
      </p:sp>
      <p:sp>
        <p:nvSpPr>
          <p:cNvPr id="20" name="Card2"/>
          <p:cNvSpPr/>
          <p:nvPr/>
        </p:nvSpPr>
        <p:spPr>
          <a:xfrm>
            <a:off x="23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Portrai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22" name="Name2"/>
          <p:cNvSpPr/>
          <p:nvPr/>
        </p:nvSpPr>
        <p:spPr>
          <a:xfrm>
            <a:off x="23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BOAZ LAZAR</a:t>
            </a:r>
            <a:endParaRPr lang="en-US" sz="1200" dirty="0"/>
          </a:p>
        </p:txBody>
      </p:sp>
      <p:sp>
        <p:nvSpPr>
          <p:cNvPr id="23" name="Role2"/>
          <p:cNvSpPr/>
          <p:nvPr/>
        </p:nvSpPr>
        <p:spPr>
          <a:xfrm>
            <a:off x="23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product expert</a:t>
            </a:r>
            <a:endParaRPr lang="en-US" sz="900" dirty="0"/>
          </a:p>
        </p:txBody>
      </p:sp>
      <p:sp>
        <p:nvSpPr>
          <p:cNvPr id="30" name="Card3"/>
          <p:cNvSpPr/>
          <p:nvPr/>
        </p:nvSpPr>
        <p:spPr>
          <a:xfrm>
            <a:off x="41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Portrait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32" name="Name3"/>
          <p:cNvSpPr/>
          <p:nvPr/>
        </p:nvSpPr>
        <p:spPr>
          <a:xfrm>
            <a:off x="41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ZUR</a:t>
            </a:r>
            <a:endParaRPr lang="en-US" sz="1200" dirty="0"/>
          </a:p>
        </p:txBody>
      </p:sp>
      <p:sp>
        <p:nvSpPr>
          <p:cNvPr id="33" name="Role3"/>
          <p:cNvSpPr/>
          <p:nvPr/>
        </p:nvSpPr>
        <p:spPr>
          <a:xfrm>
            <a:off x="41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&amp; Innovative Smart Textile consultant</a:t>
            </a:r>
            <a:endParaRPr lang="en-US" sz="900" dirty="0"/>
          </a:p>
        </p:txBody>
      </p:sp>
      <p:sp>
        <p:nvSpPr>
          <p:cNvPr id="40" name="Card4"/>
          <p:cNvSpPr/>
          <p:nvPr/>
        </p:nvSpPr>
        <p:spPr>
          <a:xfrm>
            <a:off x="59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Portrait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42" name="Name4"/>
          <p:cNvSpPr/>
          <p:nvPr/>
        </p:nvSpPr>
        <p:spPr>
          <a:xfrm>
            <a:off x="59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URIA MORAN</a:t>
            </a:r>
            <a:endParaRPr lang="en-US" sz="1200" dirty="0"/>
          </a:p>
        </p:txBody>
      </p:sp>
      <p:sp>
        <p:nvSpPr>
          <p:cNvPr id="43" name="Role4"/>
          <p:cNvSpPr/>
          <p:nvPr/>
        </p:nvSpPr>
        <p:spPr>
          <a:xfrm>
            <a:off x="59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Physiotherapist, BPT, MSc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IDF head of physiotherapy</a:t>
            </a:r>
            <a:endParaRPr lang="en-US" sz="900" dirty="0"/>
          </a:p>
        </p:txBody>
      </p:sp>
      <p:sp>
        <p:nvSpPr>
          <p:cNvPr id="50" name="MedicalPanel"/>
          <p:cNvSpPr/>
          <p:nvPr/>
        </p:nvSpPr>
        <p:spPr>
          <a:xfrm>
            <a:off x="7909560" y="64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 w="9525">
            <a:solidFill>
              <a:srgbClr val="9A8200"/>
            </a:solidFill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MedicalPh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560" y="790080"/>
            <a:ext cx="3479215" cy="3479215"/>
          </a:xfrm>
          <a:prstGeom prst="snip1Rect">
            <a:avLst>
              <a:gd name="adj" fmla="val 4500"/>
            </a:avLst>
          </a:prstGeom>
          <a:ln w="12700">
            <a:solidFill>
              <a:srgbClr val="FFD500"/>
            </a:solidFill>
          </a:ln>
        </p:spPr>
      </p:pic>
      <p:sp>
        <p:nvSpPr>
          <p:cNvPr id="54" name="MedicalCaption"/>
          <p:cNvSpPr/>
          <p:nvPr/>
        </p:nvSpPr>
        <p:spPr>
          <a:xfrm>
            <a:off x="8109560" y="4380000"/>
            <a:ext cx="3379215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INPUT</a:t>
            </a:r>
            <a:endParaRPr lang="en-US" sz="1000" dirty="0"/>
          </a:p>
        </p:txBody>
      </p:sp>
      <p:sp>
        <p:nvSpPr>
          <p:cNvPr id="53" name="MedicalLabel"/>
          <p:cNvSpPr/>
          <p:nvPr/>
        </p:nvSpPr>
        <p:spPr>
          <a:xfrm>
            <a:off x="8109560" y="4790000"/>
            <a:ext cx="33792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ORTHOPEDIC EXPERTISE</a:t>
            </a:r>
            <a:endParaRPr lang="en-US" sz="1400" dirty="0"/>
          </a:p>
        </p:txBody>
      </p:sp>
      <p:sp>
        <p:nvSpPr>
          <p:cNvPr id="55" name="MedicalSub"/>
          <p:cNvSpPr/>
          <p:nvPr/>
        </p:nvSpPr>
        <p:spPr>
          <a:xfrm>
            <a:off x="8109560" y="5640000"/>
            <a:ext cx="337921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clinical &amp; biomechanical research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ld Map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ld Map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000"/>
            <a:ext cx="12192000" cy="55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40" y="140000"/>
            <a:ext cx="85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MOVEMENT</a:t>
            </a:r>
            <a:endParaRPr lang="en-US" sz="3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COUNTRIES</a:t>
            </a:r>
            <a:endParaRPr lang="en-US" sz="3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Categor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0000"/>
            <a:ext cx="45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548640" y="3620000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800" dirty="0"/>
          </a:p>
        </p:txBody>
      </p:sp>
      <p:pic>
        <p:nvPicPr>
          <p:cNvPr id="100" name="Collage_Hero_BackSup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000" y="950000"/>
            <a:ext cx="3140982" cy="523363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01" name="Collage_ShoulderSuppo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8142" y="950000"/>
            <a:ext cx="1787958" cy="1653103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02" name="Collage_KneeSuppo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8142" y="2740263"/>
            <a:ext cx="1787958" cy="1653103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03" name="Collage_Inso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8142" y="4530526"/>
            <a:ext cx="1787958" cy="1653104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cxnSp>
        <p:nvCxnSpPr>
          <p:cNvPr id="200" name="FooterLine"/>
          <p:cNvCxnSpPr/>
          <p:nvPr/>
        </p:nvCxnSpPr>
        <p:spPr>
          <a:xfrm>
            <a:off x="548640" y="6457950"/>
            <a:ext cx="9967460" cy="0"/>
          </a:xfrm>
          <a:prstGeom prst="line">
            <a:avLst/>
          </a:prstGeom>
          <a:ln w="9525">
            <a:solidFill>
              <a:srgbClr val="140D41"/>
            </a:solidFill>
          </a:ln>
        </p:spPr>
      </p:cxnSp>
      <p:pic>
        <p:nvPicPr>
          <p:cNvPr id="201" name="Footer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6100" y="6262950"/>
            <a:ext cx="1027260" cy="39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Headquarters and Warehou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2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HEADQUARTERS AND WAREHOUSE</a:t>
            </a:r>
            <a:endParaRPr lang="en-US" sz="3200" dirty="0"/>
          </a:p>
        </p:txBody>
      </p:sp>
      <p:pic>
        <p:nvPicPr>
          <p:cNvPr id="110" name="Photo1_HQ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2085000"/>
            <a:ext cx="2652847" cy="3537130"/>
          </a:xfrm>
          <a:prstGeom prst="rect">
            <a:avLst/>
          </a:prstGeom>
        </p:spPr>
      </p:pic>
      <p:pic>
        <p:nvPicPr>
          <p:cNvPr id="111" name="Photo2_Factory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51487" y="2085000"/>
            <a:ext cx="2652847" cy="3537130"/>
          </a:xfrm>
          <a:prstGeom prst="rect">
            <a:avLst/>
          </a:prstGeom>
        </p:spPr>
      </p:pic>
      <p:pic>
        <p:nvPicPr>
          <p:cNvPr id="112" name="Photo3_Shelves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54334" y="2085000"/>
            <a:ext cx="2652847" cy="3537130"/>
          </a:xfrm>
          <a:prstGeom prst="rect">
            <a:avLst/>
          </a:prstGeom>
        </p:spPr>
      </p:pic>
      <p:pic>
        <p:nvPicPr>
          <p:cNvPr id="113" name="Photo4_Cartons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57181" y="2085000"/>
            <a:ext cx="2652847" cy="3537130"/>
          </a:xfrm>
          <a:prstGeom prst="rect">
            <a:avLst/>
          </a:prstGeom>
        </p:spPr>
      </p:pic>
      <p:cxnSp>
        <p:nvCxnSpPr>
          <p:cNvPr id="200" name="FooterLine"/>
          <p:cNvCxnSpPr/>
          <p:nvPr/>
        </p:nvCxnSpPr>
        <p:spPr>
          <a:xfrm>
            <a:off x="548640" y="6457950"/>
            <a:ext cx="9967460" cy="0"/>
          </a:xfrm>
          <a:prstGeom prst="line">
            <a:avLst/>
          </a:prstGeom>
          <a:ln w="9525">
            <a:solidFill>
              <a:srgbClr val="140D41"/>
            </a:solidFill>
          </a:ln>
        </p:spPr>
      </p:cxnSp>
      <p:pic>
        <p:nvPicPr>
          <p:cNvPr id="201" name="Footer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6100" y="6262950"/>
            <a:ext cx="1027260" cy="39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