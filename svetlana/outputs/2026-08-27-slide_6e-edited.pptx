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267" r:id="rId2"/>
    <p:sldId id="271" r:id="rId3"/>
    <p:sldId id="272" r:id="rId8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  <Relationship Id="rId8" Type="http://schemas.openxmlformats.org/officeDocument/2006/relationships/slide" Target="slides/slide3.xml"/>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93655D5-7B76-BDB2-D9B2-433ECE4B24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C163DF22-3979-AEED-67F9-FFA6CD8B4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FDF4C6B0-6865-9368-4A2A-5F992B973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C91AE897-159A-FE08-2B04-BEA2D209F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42E9A4F-16BB-D175-FAA5-3926D3C00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7820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2E1ED7-A5E2-E434-90CB-2985AEA8C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3FB50BF1-6323-6188-32E2-0AB50D0B7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1C2E2D15-7E11-D558-04F6-861EC1FE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3A461362-2BC8-E594-001F-647FF3E7F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D8D74CD1-C3FC-0A4B-1549-3AF85DF2B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614791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37B75F83-BCB1-4B12-A816-9BFA8C0D4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C5416C64-EEAC-E597-C67C-862853125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976EB92B-E76E-FBAB-C215-1FC745F3A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AC925C5-1874-EC92-1041-5CB03A971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2744C32C-730C-AAA6-1858-8CFC9B043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598211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3961AAB-9C72-2379-0782-0BA4AD4A4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77F69A76-C002-A3EA-DCCD-1FABDD769B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82C4C56E-D457-2853-96BA-3127F904DB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B0DEA4C6-3BF0-4249-2C99-647166635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455BA81-6A9D-13D2-A593-7A87C28EB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F122330C-FF64-3101-BE69-02E15C631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025849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E5C1FAC-5FF4-0B59-4531-3DD3B20D97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2B1611AB-ABBA-DA78-AB2E-3CD2D420A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278590BE-75B3-1AD8-1BA7-297B072F5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A85205DA-C2D3-42C8-876B-BE88FEC677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CBBE61D1-0D81-A7BF-82F1-8C9AACAE80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BE35E78D-9F79-340D-2AFF-FC6C7F036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9CB09053-5BDF-1BC5-0BB4-09B3C7D83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42ADDDC0-B589-4E9A-8A3E-2F1BCBFAB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73620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EBF8E03-04EC-D433-5A50-C8DBBEF2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80D2DE77-9B1D-A8F6-39F2-83AB364C8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76EB72B3-36E6-629C-E1BB-B7FE2C08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49DA9D9B-DDFF-886C-E62B-5016B02FA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263112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B3C9AF8F-1C68-F68D-8E47-5099453F8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A8C2006C-C864-1BCA-350D-776A6C90D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BB80805E-A7D9-59B1-F7FE-DB493EB7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60880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FCB6E9FD-BDCA-8615-5C76-9AE455484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D9BEE56B-884A-FF20-6F16-78E1FFA48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1318CFB7-7D0E-5FF6-195E-0D12C73D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A9EA98F-4AB6-617B-0ACB-46F84A97A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B5323F00-1778-747D-4CA3-7BE566ED1A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92B465A2-907D-FB84-6055-CBFCE4DE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55203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A2FA106A-289E-871F-F5F5-8CC8CADFD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BEA8EC99-AB5D-08CE-C63E-479D1F26A8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BB75CA46-2A8A-A500-73E6-574585BC6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D9CE62B9-52EE-063D-A438-9E61AE151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AA824396-F9DB-75DA-33C9-2B779900C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EC378360-5782-0A4E-2B7D-485BDFF8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572934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3DEF039-C6BC-A819-D595-4A20803C2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03D74BD-55F5-0C77-6FD9-0CF39A901E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5DAA8960-576B-9503-F8FD-760E173FB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A77FD7E-A75B-13CC-CDBB-C7134997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E207FB3-3023-8836-8CD2-AEE0C530B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317161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133AF92A-CF65-F8BD-9C54-9BD4A8F66A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9E3758F1-E76F-F635-23AE-297B21E24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E53EEDB9-1BD2-CF0C-1B70-668C29D41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FC81EF60-A0DC-1B56-1082-11B501071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E74F17FA-932C-6CCC-0DA8-3922C316E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97659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>
            <a:extLst>
              <a:ext uri="{FF2B5EF4-FFF2-40B4-BE49-F238E27FC236}">
                <a16:creationId xmlns:a16="http://schemas.microsoft.com/office/drawing/2014/main" id="{DF0BBCCB-73E7-59B5-1FA6-454B65360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/>
              <a:t>לחץ כדי לערוך סגנון כותרת של תבנית בסיס</a:t>
            </a:r>
            <a:endParaRPr lang="en-IL"/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1956500C-A04C-EC5C-FB8B-FB20266DF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IL"/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AA44FF6E-D523-BBE0-054B-C69A1CA79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AAF1C5-50B2-4937-8234-44C132520904}" type="datetimeFigureOut">
              <a:rPr lang="en-IL" smtClean="0"/>
              <a:t>08/27/2026</a:t>
            </a:fld>
            <a:endParaRPr lang="en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E3201DA7-8EE9-7183-0C56-4477E25239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A915B221-736A-9F3F-D305-29A35AB23C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E15F64-39BB-45C3-BBE5-65357DD70B42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49133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roduct lumb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69" y="1533445"/>
            <a:ext cx="2227147" cy="1675601"/>
          </a:xfrm>
          <a:prstGeom prst="rect">
            <a:avLst/>
          </a:prstGeom>
        </p:spPr>
      </p:pic>
      <p:sp>
        <p:nvSpPr>
          <p:cNvPr id="101" name="Item Badge 101"/>
          <p:cNvSpPr/>
          <p:nvPr/>
        </p:nvSpPr>
        <p:spPr>
          <a:xfrm rot="-180000">
            <a:off x="1444016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—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86869" y="3285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CRISS CROSS BELT</a:t>
            </a:r>
          </a:p>
        </p:txBody>
      </p:sp>
      <p:pic>
        <p:nvPicPr>
          <p:cNvPr id="13" name="Product tennis"/>
          <p:cNvPicPr>
            <a:picLocks noChangeAspect="1"/>
          </p:cNvPicPr>
          <p:nvPr/>
        </p:nvPicPr>
        <p:blipFill>
          <a:blip r:embed="rId3"/>
          <a:srcRect l="7500" r="7500" b="15000"/>
          <a:stretch>
            <a:fillRect/>
          </a:stretch>
        </p:blipFill>
        <p:spPr>
          <a:xfrm>
            <a:off x="2743511" y="1533445"/>
            <a:ext cx="2227147" cy="1675601"/>
          </a:xfrm>
          <a:prstGeom prst="rect">
            <a:avLst/>
          </a:prstGeom>
        </p:spPr>
      </p:pic>
      <p:sp>
        <p:nvSpPr>
          <p:cNvPr id="102" name="Item Badge 102"/>
          <p:cNvSpPr/>
          <p:nvPr/>
        </p:nvSpPr>
        <p:spPr>
          <a:xfrm rot="-180000">
            <a:off x="3900658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T91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743511" y="3285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TENNIS BANDAGE</a:t>
            </a:r>
          </a:p>
        </p:txBody>
      </p:sp>
      <p:pic>
        <p:nvPicPr>
          <p:cNvPr id="15" name="Product elbow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84505" y="1533445"/>
            <a:ext cx="2227147" cy="1687646"/>
          </a:xfrm>
          <a:prstGeom prst="rect">
            <a:avLst/>
          </a:prstGeom>
        </p:spPr>
      </p:pic>
      <p:sp>
        <p:nvSpPr>
          <p:cNvPr id="103" name="Item Badge 103"/>
          <p:cNvSpPr/>
          <p:nvPr/>
        </p:nvSpPr>
        <p:spPr>
          <a:xfrm rot="-180000">
            <a:off x="6341652" y="1433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T20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184505" y="3285954"/>
            <a:ext cx="2227147" cy="625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WRIST BANDAGE</a:t>
            </a:r>
          </a:p>
        </p:txBody>
      </p:sp>
      <p:pic>
        <p:nvPicPr>
          <p:cNvPr id="17" name="Product pos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869" y="4240445"/>
            <a:ext cx="2227147" cy="1680941"/>
          </a:xfrm>
          <a:prstGeom prst="rect">
            <a:avLst/>
          </a:prstGeom>
        </p:spPr>
      </p:pic>
      <p:sp>
        <p:nvSpPr>
          <p:cNvPr id="104" name="Item Badge 104"/>
          <p:cNvSpPr/>
          <p:nvPr/>
        </p:nvSpPr>
        <p:spPr>
          <a:xfrm rot="-180000">
            <a:off x="1444016" y="4140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49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86869" y="5992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THIGH SUPPORT</a:t>
            </a:r>
          </a:p>
        </p:txBody>
      </p:sp>
      <p:pic>
        <p:nvPicPr>
          <p:cNvPr id="19" name="Product ankle"/>
          <p:cNvPicPr>
            <a:picLocks noChangeAspect="1"/>
          </p:cNvPicPr>
          <p:nvPr/>
        </p:nvPicPr>
        <p:blipFill>
          <a:blip r:embed="rId6"/>
          <a:srcRect l="9000" t="18000" r="9000"/>
          <a:stretch>
            <a:fillRect/>
          </a:stretch>
        </p:blipFill>
        <p:spPr>
          <a:xfrm>
            <a:off x="2743511" y="4240445"/>
            <a:ext cx="2227147" cy="1685087"/>
          </a:xfrm>
          <a:prstGeom prst="rect">
            <a:avLst/>
          </a:prstGeom>
        </p:spPr>
      </p:pic>
      <p:sp>
        <p:nvSpPr>
          <p:cNvPr id="105" name="Item Badge 105"/>
          <p:cNvSpPr/>
          <p:nvPr/>
        </p:nvSpPr>
        <p:spPr>
          <a:xfrm rot="-180000">
            <a:off x="3900658" y="4140445"/>
            <a:ext cx="1150000" cy="430000"/>
          </a:xfrm>
          <a:prstGeom prst="rect">
            <a:avLst/>
          </a:prstGeom>
          <a:solidFill>
            <a:srgbClr val="FFD500"/>
          </a:solidFill>
          <a:ln>
            <a:noFill/>
          </a:ln>
          <a:effectLst>
            <a:outerShdw blurRad="40000" dist="20000" dir="5400000" rotWithShape="0">
              <a:srgbClr val="000000">
                <a:alpha val="35000"/>
              </a:srgbClr>
            </a:outerShdw>
          </a:effectLst>
        </p:spPr>
        <p:txBody>
          <a:bodyPr wrap="square" lIns="91440" tIns="9144" rIns="45720" bIns="9144" rtlCol="0" anchor="ctr">
            <a:noAutofit/>
          </a:bodyPr>
          <a:lstStyle/>
          <a:p>
            <a:pPr marL="0" marR="0" algn="ctr" rtl="0">
              <a:lnSpc>
                <a:spcPct val="100000"/>
              </a:lnSpc>
            </a:pPr>
            <a:r>
              <a:rPr lang="en-US" sz="1000" b="0" dirty="0">
                <a:solidFill>
                  <a:srgbClr val="140D41"/>
                </a:solidFill>
                <a:latin typeface="Arial"/>
              </a:rPr>
              <a:t>ITEM </a:t>
            </a:r>
            <a:r>
              <a:rPr lang="en-US" sz="1600" b="1" dirty="0">
                <a:solidFill>
                  <a:srgbClr val="140D41"/>
                </a:solidFill>
                <a:latin typeface="Arial"/>
              </a:rPr>
              <a:t>T40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743511" y="5992954"/>
            <a:ext cx="2227147" cy="3129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PATELLA STRAP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667226" y="391185"/>
            <a:ext cx="4276956" cy="4694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1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ORTHOPEDIC SUPPORT</a:t>
            </a:r>
          </a:p>
        </p:txBody>
      </p:sp>
      <p:sp>
        <p:nvSpPr>
          <p:cNvPr id="22" name="Frame"/>
          <p:cNvSpPr/>
          <p:nvPr/>
        </p:nvSpPr>
        <p:spPr>
          <a:xfrm>
            <a:off x="7667226" y="1199634"/>
            <a:ext cx="3859692" cy="4746378"/>
          </a:xfrm>
          <a:prstGeom prst="snip1Rect">
            <a:avLst>
              <a:gd name="adj" fmla="val 4663"/>
            </a:avLst>
          </a:prstGeom>
          <a:solidFill>
            <a:srgbClr val="140D41"/>
          </a:solidFill>
          <a:ln w="25400">
            <a:solidFill>
              <a:srgbClr val="140D41"/>
            </a:solidFill>
          </a:ln>
        </p:spPr>
        <p:txBody>
          <a:bodyPr/>
          <a:lstStyle/>
          <a:p>
            <a:pPr marL="0" marR="0" lvl="0" indent="0" algn="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e-IL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Arial" panose="020B0604020202020204" pitchFamily="34" charset="0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7928016" y="2190636"/>
            <a:ext cx="3442428" cy="7823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1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THERMAL SERIES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928016" y="3025164"/>
            <a:ext cx="3442428" cy="2086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Heat retaining neoprene combined with 100% cotton towel lining provides premium comfort support with thermal benefits to promote faster healing.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007168" y="4485588"/>
            <a:ext cx="2607900" cy="11474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+35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PRODUCTS</a:t>
            </a:r>
          </a:p>
        </p:txBody>
      </p:sp>
      <p:pic>
        <p:nvPicPr>
          <p:cNvPr id="26" name="Foot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222492"/>
            <a:ext cx="12191695" cy="495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duct hallux">
            <a:extLst>
              <a:ext uri="{FF2B5EF4-FFF2-40B4-BE49-F238E27FC236}">
                <a16:creationId xmlns:a16="http://schemas.microsoft.com/office/drawing/2014/main" id="{0129FBF0-4CD4-9501-B074-66144217B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1" y="1214644"/>
            <a:ext cx="2227147" cy="1675601"/>
          </a:xfrm>
          <a:prstGeom prst="rect">
            <a:avLst/>
          </a:prstGeom>
        </p:spPr>
      </p:pic>
      <p:pic>
        <p:nvPicPr>
          <p:cNvPr id="4" name="Product hallux">
            <a:extLst>
              <a:ext uri="{FF2B5EF4-FFF2-40B4-BE49-F238E27FC236}">
                <a16:creationId xmlns:a16="http://schemas.microsoft.com/office/drawing/2014/main" id="{E6384308-90B9-F3DF-6015-598901714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169" y="2707130"/>
            <a:ext cx="2227147" cy="1675601"/>
          </a:xfrm>
          <a:prstGeom prst="rect">
            <a:avLst/>
          </a:prstGeom>
        </p:spPr>
      </p:pic>
      <p:cxnSp>
        <p:nvCxnSpPr>
          <p:cNvPr id="6" name="מחבר חץ ישר 5">
            <a:extLst>
              <a:ext uri="{FF2B5EF4-FFF2-40B4-BE49-F238E27FC236}">
                <a16:creationId xmlns:a16="http://schemas.microsoft.com/office/drawing/2014/main" id="{14A5F4B8-02F3-C508-9EBD-B8495FF416AA}"/>
              </a:ext>
            </a:extLst>
          </p:cNvPr>
          <p:cNvCxnSpPr/>
          <p:nvPr/>
        </p:nvCxnSpPr>
        <p:spPr>
          <a:xfrm>
            <a:off x="3099816" y="2176272"/>
            <a:ext cx="3566160" cy="1368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תמונה 4">
            <a:extLst>
              <a:ext uri="{FF2B5EF4-FFF2-40B4-BE49-F238E27FC236}">
                <a16:creationId xmlns:a16="http://schemas.microsoft.com/office/drawing/2014/main" id="{C808832D-E575-B012-27A1-E5524773A9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541" y="682751"/>
            <a:ext cx="2383244" cy="238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178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duct hallux">
            <a:extLst>
              <a:ext uri="{FF2B5EF4-FFF2-40B4-BE49-F238E27FC236}">
                <a16:creationId xmlns:a16="http://schemas.microsoft.com/office/drawing/2014/main" id="{0129FBF0-4CD4-9501-B074-66144217BD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1" y="1214644"/>
            <a:ext cx="2227147" cy="1675601"/>
          </a:xfrm>
          <a:prstGeom prst="rect">
            <a:avLst/>
          </a:prstGeom>
        </p:spPr>
      </p:pic>
      <p:pic>
        <p:nvPicPr>
          <p:cNvPr id="4" name="Product hallux">
            <a:extLst>
              <a:ext uri="{FF2B5EF4-FFF2-40B4-BE49-F238E27FC236}">
                <a16:creationId xmlns:a16="http://schemas.microsoft.com/office/drawing/2014/main" id="{E6384308-90B9-F3DF-6015-598901714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169" y="2707130"/>
            <a:ext cx="2227147" cy="1675601"/>
          </a:xfrm>
          <a:prstGeom prst="rect">
            <a:avLst/>
          </a:prstGeom>
        </p:spPr>
      </p:pic>
      <p:cxnSp>
        <p:nvCxnSpPr>
          <p:cNvPr id="6" name="מחבר חץ ישר 5">
            <a:extLst>
              <a:ext uri="{FF2B5EF4-FFF2-40B4-BE49-F238E27FC236}">
                <a16:creationId xmlns:a16="http://schemas.microsoft.com/office/drawing/2014/main" id="{14A5F4B8-02F3-C508-9EBD-B8495FF416AA}"/>
              </a:ext>
            </a:extLst>
          </p:cNvPr>
          <p:cNvCxnSpPr/>
          <p:nvPr/>
        </p:nvCxnSpPr>
        <p:spPr>
          <a:xfrm>
            <a:off x="3099816" y="2176272"/>
            <a:ext cx="3566160" cy="13686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תמונה 4">
            <a:extLst>
              <a:ext uri="{FF2B5EF4-FFF2-40B4-BE49-F238E27FC236}">
                <a16:creationId xmlns:a16="http://schemas.microsoft.com/office/drawing/2014/main" id="{C808832D-E575-B012-27A1-E5524773A9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14541" y="682751"/>
            <a:ext cx="2383244" cy="2383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178340"/>
      </p:ext>
    </p:extLst>
  </p:cSld>
  <p:clrMapOvr>
    <a:masterClrMapping/>
  </p:clrMapOvr>
</p:sld>
</file>

<file path=ppt/theme/theme1.xml><?xml version="1.0" encoding="utf-8"?>
<a:theme xmlns:a="http://schemas.openxmlformats.org/drawingml/2006/main" name="1_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50</Words>
  <Application>Microsoft Office PowerPoint</Application>
  <PresentationFormat>מסך רחב</PresentationFormat>
  <Paragraphs>15</Paragraphs>
  <Slides>2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1_ערכת נושא Office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3</cp:revision>
  <dcterms:created xsi:type="dcterms:W3CDTF">2026-08-26T14:33:13Z</dcterms:created>
  <dcterms:modified xsi:type="dcterms:W3CDTF">2026-08-27T09:44:02Z</dcterms:modified>
</cp:coreProperties>
</file>