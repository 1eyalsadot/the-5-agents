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sldIdLst>
    <p:sldId id="267" r:id="rId2"/>
    <p:sldId id="268" r:id="rId3"/>
    <p:sldId id="271" r:id="rId4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EAC3AC-B843-4F5A-83D5-AD25E44DC702}" v="6" dt="2026-08-27T05:51:26.2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adot" userId="9c57a40b-08c8-435b-851c-1854c25cf41d" providerId="ADAL" clId="{02003448-2CBC-42C7-80BD-DC4C07BEB2CD}"/>
    <pc:docChg chg="undo custSel addSld delSld modSld sldOrd delMainMaster">
      <pc:chgData name="Eyal Sadot" userId="9c57a40b-08c8-435b-851c-1854c25cf41d" providerId="ADAL" clId="{02003448-2CBC-42C7-80BD-DC4C07BEB2CD}" dt="2026-08-27T05:51:39.634" v="30" actId="47"/>
      <pc:docMkLst>
        <pc:docMk/>
      </pc:docMkLst>
      <pc:sldChg chg="del">
        <pc:chgData name="Eyal Sadot" userId="9c57a40b-08c8-435b-851c-1854c25cf41d" providerId="ADAL" clId="{02003448-2CBC-42C7-80BD-DC4C07BEB2CD}" dt="2026-08-27T05:50:49.936" v="16" actId="47"/>
        <pc:sldMkLst>
          <pc:docMk/>
          <pc:sldMk cId="2562702349" sldId="256"/>
        </pc:sldMkLst>
      </pc:sldChg>
      <pc:sldChg chg="addSp modSp add mod">
        <pc:chgData name="Eyal Sadot" userId="9c57a40b-08c8-435b-851c-1854c25cf41d" providerId="ADAL" clId="{02003448-2CBC-42C7-80BD-DC4C07BEB2CD}" dt="2026-08-27T05:51:07.856" v="22" actId="14100"/>
        <pc:sldMkLst>
          <pc:docMk/>
          <pc:sldMk cId="0" sldId="268"/>
        </pc:sldMkLst>
        <pc:picChg chg="mod">
          <ac:chgData name="Eyal Sadot" userId="9c57a40b-08c8-435b-851c-1854c25cf41d" providerId="ADAL" clId="{02003448-2CBC-42C7-80BD-DC4C07BEB2CD}" dt="2026-08-27T05:50:59.960" v="19" actId="1076"/>
          <ac:picMkLst>
            <pc:docMk/>
            <pc:sldMk cId="0" sldId="268"/>
            <ac:picMk id="11" creationId="{00000000-0000-0000-0000-000000000000}"/>
          </ac:picMkLst>
        </pc:picChg>
        <pc:cxnChg chg="add mod">
          <ac:chgData name="Eyal Sadot" userId="9c57a40b-08c8-435b-851c-1854c25cf41d" providerId="ADAL" clId="{02003448-2CBC-42C7-80BD-DC4C07BEB2CD}" dt="2026-08-27T05:51:07.856" v="22" actId="14100"/>
          <ac:cxnSpMkLst>
            <pc:docMk/>
            <pc:sldMk cId="0" sldId="268"/>
            <ac:cxnSpMk id="2" creationId="{AA8BA41A-FF7D-1695-7872-EBDCC892856E}"/>
          </ac:cxnSpMkLst>
        </pc:cxnChg>
      </pc:sldChg>
      <pc:sldChg chg="add del">
        <pc:chgData name="Eyal Sadot" userId="9c57a40b-08c8-435b-851c-1854c25cf41d" providerId="ADAL" clId="{02003448-2CBC-42C7-80BD-DC4C07BEB2CD}" dt="2026-08-27T05:51:39.634" v="30" actId="47"/>
        <pc:sldMkLst>
          <pc:docMk/>
          <pc:sldMk cId="0" sldId="270"/>
        </pc:sldMkLst>
      </pc:sldChg>
      <pc:sldChg chg="addSp modSp mod ord">
        <pc:chgData name="Eyal Sadot" userId="9c57a40b-08c8-435b-851c-1854c25cf41d" providerId="ADAL" clId="{02003448-2CBC-42C7-80BD-DC4C07BEB2CD}" dt="2026-08-27T05:51:33.568" v="29" actId="1076"/>
        <pc:sldMkLst>
          <pc:docMk/>
          <pc:sldMk cId="570178340" sldId="271"/>
        </pc:sldMkLst>
        <pc:picChg chg="add mod">
          <ac:chgData name="Eyal Sadot" userId="9c57a40b-08c8-435b-851c-1854c25cf41d" providerId="ADAL" clId="{02003448-2CBC-42C7-80BD-DC4C07BEB2CD}" dt="2026-08-27T05:51:31.017" v="28" actId="1076"/>
          <ac:picMkLst>
            <pc:docMk/>
            <pc:sldMk cId="570178340" sldId="271"/>
            <ac:picMk id="2" creationId="{0129FBF0-4CD4-9501-B074-66144217BD81}"/>
          </ac:picMkLst>
        </pc:picChg>
        <pc:cxnChg chg="add mod">
          <ac:chgData name="Eyal Sadot" userId="9c57a40b-08c8-435b-851c-1854c25cf41d" providerId="ADAL" clId="{02003448-2CBC-42C7-80BD-DC4C07BEB2CD}" dt="2026-08-27T05:51:33.568" v="29" actId="1076"/>
          <ac:cxnSpMkLst>
            <pc:docMk/>
            <pc:sldMk cId="570178340" sldId="271"/>
            <ac:cxnSpMk id="4" creationId="{8493746E-375D-3444-A37F-A1572EF31104}"/>
          </ac:cxnSpMkLst>
        </pc:cxnChg>
      </pc:sldChg>
      <pc:sldChg chg="delSp add mod">
        <pc:chgData name="Eyal Sadot" userId="9c57a40b-08c8-435b-851c-1854c25cf41d" providerId="ADAL" clId="{02003448-2CBC-42C7-80BD-DC4C07BEB2CD}" dt="2026-08-27T05:50:45.353" v="15" actId="478"/>
        <pc:sldMkLst>
          <pc:docMk/>
          <pc:sldMk cId="2179534938" sldId="272"/>
        </pc:sldMkLst>
        <pc:spChg chg="del">
          <ac:chgData name="Eyal Sadot" userId="9c57a40b-08c8-435b-851c-1854c25cf41d" providerId="ADAL" clId="{02003448-2CBC-42C7-80BD-DC4C07BEB2CD}" dt="2026-08-27T05:50:44.068" v="14" actId="478"/>
          <ac:spMkLst>
            <pc:docMk/>
            <pc:sldMk cId="2179534938" sldId="272"/>
            <ac:spMk id="16" creationId="{875575D9-D28A-9005-DCD5-C997BE9CAFCA}"/>
          </ac:spMkLst>
        </pc:spChg>
        <pc:spChg chg="del">
          <ac:chgData name="Eyal Sadot" userId="9c57a40b-08c8-435b-851c-1854c25cf41d" providerId="ADAL" clId="{02003448-2CBC-42C7-80BD-DC4C07BEB2CD}" dt="2026-08-27T05:50:39.405" v="10" actId="478"/>
          <ac:spMkLst>
            <pc:docMk/>
            <pc:sldMk cId="2179534938" sldId="272"/>
            <ac:spMk id="18" creationId="{722FFF3A-07B3-2F50-D345-FAB86A584457}"/>
          </ac:spMkLst>
        </pc:spChg>
        <pc:spChg chg="del">
          <ac:chgData name="Eyal Sadot" userId="9c57a40b-08c8-435b-851c-1854c25cf41d" providerId="ADAL" clId="{02003448-2CBC-42C7-80BD-DC4C07BEB2CD}" dt="2026-08-27T05:50:41.975" v="12" actId="478"/>
          <ac:spMkLst>
            <pc:docMk/>
            <pc:sldMk cId="2179534938" sldId="272"/>
            <ac:spMk id="20" creationId="{FB0419BB-5B50-F2CF-E94A-605BE5F8914A}"/>
          </ac:spMkLst>
        </pc:spChg>
        <pc:spChg chg="del">
          <ac:chgData name="Eyal Sadot" userId="9c57a40b-08c8-435b-851c-1854c25cf41d" providerId="ADAL" clId="{02003448-2CBC-42C7-80BD-DC4C07BEB2CD}" dt="2026-08-27T05:50:43.039" v="13" actId="478"/>
          <ac:spMkLst>
            <pc:docMk/>
            <pc:sldMk cId="2179534938" sldId="272"/>
            <ac:spMk id="22" creationId="{60F1DD09-F003-0CAB-6C4D-5F86D00B1917}"/>
          </ac:spMkLst>
        </pc:spChg>
        <pc:spChg chg="del">
          <ac:chgData name="Eyal Sadot" userId="9c57a40b-08c8-435b-851c-1854c25cf41d" providerId="ADAL" clId="{02003448-2CBC-42C7-80BD-DC4C07BEB2CD}" dt="2026-08-27T05:50:40.497" v="11" actId="478"/>
          <ac:spMkLst>
            <pc:docMk/>
            <pc:sldMk cId="2179534938" sldId="272"/>
            <ac:spMk id="24" creationId="{E54BDC0D-711F-0734-FCE7-D8BFCED21ACD}"/>
          </ac:spMkLst>
        </pc:spChg>
        <pc:spChg chg="del">
          <ac:chgData name="Eyal Sadot" userId="9c57a40b-08c8-435b-851c-1854c25cf41d" providerId="ADAL" clId="{02003448-2CBC-42C7-80BD-DC4C07BEB2CD}" dt="2026-08-27T05:50:35.195" v="7" actId="478"/>
          <ac:spMkLst>
            <pc:docMk/>
            <pc:sldMk cId="2179534938" sldId="272"/>
            <ac:spMk id="26" creationId="{555BAFFB-711B-BC41-61AD-E898CC930B36}"/>
          </ac:spMkLst>
        </pc:spChg>
        <pc:spChg chg="del">
          <ac:chgData name="Eyal Sadot" userId="9c57a40b-08c8-435b-851c-1854c25cf41d" providerId="ADAL" clId="{02003448-2CBC-42C7-80BD-DC4C07BEB2CD}" dt="2026-08-27T05:50:36.570" v="8" actId="478"/>
          <ac:spMkLst>
            <pc:docMk/>
            <pc:sldMk cId="2179534938" sldId="272"/>
            <ac:spMk id="28" creationId="{E0C40F41-D39A-FA44-CBEA-34827832BCA9}"/>
          </ac:spMkLst>
        </pc:spChg>
        <pc:spChg chg="del">
          <ac:chgData name="Eyal Sadot" userId="9c57a40b-08c8-435b-851c-1854c25cf41d" providerId="ADAL" clId="{02003448-2CBC-42C7-80BD-DC4C07BEB2CD}" dt="2026-08-27T05:50:38.019" v="9" actId="478"/>
          <ac:spMkLst>
            <pc:docMk/>
            <pc:sldMk cId="2179534938" sldId="272"/>
            <ac:spMk id="30" creationId="{E0A0C4DB-54BA-D420-C608-4AC8A505668F}"/>
          </ac:spMkLst>
        </pc:spChg>
        <pc:spChg chg="del">
          <ac:chgData name="Eyal Sadot" userId="9c57a40b-08c8-435b-851c-1854c25cf41d" providerId="ADAL" clId="{02003448-2CBC-42C7-80BD-DC4C07BEB2CD}" dt="2026-08-27T05:50:45.353" v="15" actId="478"/>
          <ac:spMkLst>
            <pc:docMk/>
            <pc:sldMk cId="2179534938" sldId="272"/>
            <ac:spMk id="32" creationId="{15FDE3B0-4A2E-092B-92C1-826C91F2B46E}"/>
          </ac:spMkLst>
        </pc:spChg>
      </pc:sldChg>
      <pc:sldChg chg="add del">
        <pc:chgData name="Eyal Sadot" userId="9c57a40b-08c8-435b-851c-1854c25cf41d" providerId="ADAL" clId="{02003448-2CBC-42C7-80BD-DC4C07BEB2CD}" dt="2026-08-26T14:51:06.866" v="3" actId="47"/>
        <pc:sldMkLst>
          <pc:docMk/>
          <pc:sldMk cId="0" sldId="296"/>
        </pc:sldMkLst>
      </pc:sldChg>
      <pc:sldMasterChg chg="del delSldLayout">
        <pc:chgData name="Eyal Sadot" userId="9c57a40b-08c8-435b-851c-1854c25cf41d" providerId="ADAL" clId="{02003448-2CBC-42C7-80BD-DC4C07BEB2CD}" dt="2026-08-27T05:50:49.936" v="16" actId="47"/>
        <pc:sldMasterMkLst>
          <pc:docMk/>
          <pc:sldMasterMk cId="1916863217" sldId="2147483648"/>
        </pc:sldMasterMkLst>
        <pc:sldLayoutChg chg="del">
          <pc:chgData name="Eyal Sadot" userId="9c57a40b-08c8-435b-851c-1854c25cf41d" providerId="ADAL" clId="{02003448-2CBC-42C7-80BD-DC4C07BEB2CD}" dt="2026-08-27T05:50:49.936" v="16" actId="47"/>
          <pc:sldLayoutMkLst>
            <pc:docMk/>
            <pc:sldMasterMk cId="1916863217" sldId="2147483648"/>
            <pc:sldLayoutMk cId="1200679234" sldId="2147483649"/>
          </pc:sldLayoutMkLst>
        </pc:sldLayoutChg>
        <pc:sldLayoutChg chg="del">
          <pc:chgData name="Eyal Sadot" userId="9c57a40b-08c8-435b-851c-1854c25cf41d" providerId="ADAL" clId="{02003448-2CBC-42C7-80BD-DC4C07BEB2CD}" dt="2026-08-27T05:50:49.936" v="16" actId="47"/>
          <pc:sldLayoutMkLst>
            <pc:docMk/>
            <pc:sldMasterMk cId="1916863217" sldId="2147483648"/>
            <pc:sldLayoutMk cId="2413218592" sldId="2147483650"/>
          </pc:sldLayoutMkLst>
        </pc:sldLayoutChg>
        <pc:sldLayoutChg chg="del">
          <pc:chgData name="Eyal Sadot" userId="9c57a40b-08c8-435b-851c-1854c25cf41d" providerId="ADAL" clId="{02003448-2CBC-42C7-80BD-DC4C07BEB2CD}" dt="2026-08-27T05:50:49.936" v="16" actId="47"/>
          <pc:sldLayoutMkLst>
            <pc:docMk/>
            <pc:sldMasterMk cId="1916863217" sldId="2147483648"/>
            <pc:sldLayoutMk cId="1211089635" sldId="2147483651"/>
          </pc:sldLayoutMkLst>
        </pc:sldLayoutChg>
        <pc:sldLayoutChg chg="del">
          <pc:chgData name="Eyal Sadot" userId="9c57a40b-08c8-435b-851c-1854c25cf41d" providerId="ADAL" clId="{02003448-2CBC-42C7-80BD-DC4C07BEB2CD}" dt="2026-08-27T05:50:49.936" v="16" actId="47"/>
          <pc:sldLayoutMkLst>
            <pc:docMk/>
            <pc:sldMasterMk cId="1916863217" sldId="2147483648"/>
            <pc:sldLayoutMk cId="3975409611" sldId="2147483652"/>
          </pc:sldLayoutMkLst>
        </pc:sldLayoutChg>
        <pc:sldLayoutChg chg="del">
          <pc:chgData name="Eyal Sadot" userId="9c57a40b-08c8-435b-851c-1854c25cf41d" providerId="ADAL" clId="{02003448-2CBC-42C7-80BD-DC4C07BEB2CD}" dt="2026-08-27T05:50:49.936" v="16" actId="47"/>
          <pc:sldLayoutMkLst>
            <pc:docMk/>
            <pc:sldMasterMk cId="1916863217" sldId="2147483648"/>
            <pc:sldLayoutMk cId="281262002" sldId="2147483653"/>
          </pc:sldLayoutMkLst>
        </pc:sldLayoutChg>
        <pc:sldLayoutChg chg="del">
          <pc:chgData name="Eyal Sadot" userId="9c57a40b-08c8-435b-851c-1854c25cf41d" providerId="ADAL" clId="{02003448-2CBC-42C7-80BD-DC4C07BEB2CD}" dt="2026-08-27T05:50:49.936" v="16" actId="47"/>
          <pc:sldLayoutMkLst>
            <pc:docMk/>
            <pc:sldMasterMk cId="1916863217" sldId="2147483648"/>
            <pc:sldLayoutMk cId="442973797" sldId="2147483654"/>
          </pc:sldLayoutMkLst>
        </pc:sldLayoutChg>
        <pc:sldLayoutChg chg="del">
          <pc:chgData name="Eyal Sadot" userId="9c57a40b-08c8-435b-851c-1854c25cf41d" providerId="ADAL" clId="{02003448-2CBC-42C7-80BD-DC4C07BEB2CD}" dt="2026-08-27T05:50:49.936" v="16" actId="47"/>
          <pc:sldLayoutMkLst>
            <pc:docMk/>
            <pc:sldMasterMk cId="1916863217" sldId="2147483648"/>
            <pc:sldLayoutMk cId="3359878266" sldId="2147483655"/>
          </pc:sldLayoutMkLst>
        </pc:sldLayoutChg>
        <pc:sldLayoutChg chg="del">
          <pc:chgData name="Eyal Sadot" userId="9c57a40b-08c8-435b-851c-1854c25cf41d" providerId="ADAL" clId="{02003448-2CBC-42C7-80BD-DC4C07BEB2CD}" dt="2026-08-27T05:50:49.936" v="16" actId="47"/>
          <pc:sldLayoutMkLst>
            <pc:docMk/>
            <pc:sldMasterMk cId="1916863217" sldId="2147483648"/>
            <pc:sldLayoutMk cId="1149632429" sldId="2147483656"/>
          </pc:sldLayoutMkLst>
        </pc:sldLayoutChg>
        <pc:sldLayoutChg chg="del">
          <pc:chgData name="Eyal Sadot" userId="9c57a40b-08c8-435b-851c-1854c25cf41d" providerId="ADAL" clId="{02003448-2CBC-42C7-80BD-DC4C07BEB2CD}" dt="2026-08-27T05:50:49.936" v="16" actId="47"/>
          <pc:sldLayoutMkLst>
            <pc:docMk/>
            <pc:sldMasterMk cId="1916863217" sldId="2147483648"/>
            <pc:sldLayoutMk cId="2283623944" sldId="2147483657"/>
          </pc:sldLayoutMkLst>
        </pc:sldLayoutChg>
        <pc:sldLayoutChg chg="del">
          <pc:chgData name="Eyal Sadot" userId="9c57a40b-08c8-435b-851c-1854c25cf41d" providerId="ADAL" clId="{02003448-2CBC-42C7-80BD-DC4C07BEB2CD}" dt="2026-08-27T05:50:49.936" v="16" actId="47"/>
          <pc:sldLayoutMkLst>
            <pc:docMk/>
            <pc:sldMasterMk cId="1916863217" sldId="2147483648"/>
            <pc:sldLayoutMk cId="394904232" sldId="2147483658"/>
          </pc:sldLayoutMkLst>
        </pc:sldLayoutChg>
        <pc:sldLayoutChg chg="del">
          <pc:chgData name="Eyal Sadot" userId="9c57a40b-08c8-435b-851c-1854c25cf41d" providerId="ADAL" clId="{02003448-2CBC-42C7-80BD-DC4C07BEB2CD}" dt="2026-08-27T05:50:49.936" v="16" actId="47"/>
          <pc:sldLayoutMkLst>
            <pc:docMk/>
            <pc:sldMasterMk cId="1916863217" sldId="2147483648"/>
            <pc:sldLayoutMk cId="493188340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93655D5-7B76-BDB2-D9B2-433ECE4B24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C163DF22-3979-AEED-67F9-FFA6CD8B4A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DF4C6B0-6865-9368-4A2A-5F992B973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08/27/2026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91AE897-159A-FE08-2B04-BEA2D209F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42E9A4F-16BB-D175-FAA5-3926D3C00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7820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08/27/2026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147919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7B75F83-BCB1-4B12-A816-9BFA8C0D4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5416C64-EEAC-E597-C67C-862853125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76EB92B-E76E-FBAB-C215-1FC745F3A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08/27/2026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AC925C5-1874-EC92-1041-5CB03A971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744C32C-730C-AAA6-1858-8CFC9B043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59821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3961AAB-9C72-2379-0782-0BA4AD4A4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7F69A76-C002-A3EA-DCCD-1FABDD769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82C4C56E-D457-2853-96BA-3127F904D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B0DEA4C6-3BF0-4249-2C99-647166635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08/27/2026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6455BA81-6A9D-13D2-A593-7A87C28EB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F122330C-FF64-3101-BE69-02E15C631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25849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5C1FAC-5FF4-0B59-4531-3DD3B20D9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B1611AB-ABBA-DA78-AB2E-3CD2D420A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278590BE-75B3-1AD8-1BA7-297B072F5A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A85205DA-C2D3-42C8-876B-BE88FEC677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CBBE61D1-0D81-A7BF-82F1-8C9AACAE80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BE35E78D-9F79-340D-2AFF-FC6C7F036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08/27/2026</a:t>
            </a:fld>
            <a:endParaRPr lang="en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9CB09053-5BDF-1BC5-0BB4-09B3C7D83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42ADDDC0-B589-4E9A-8A3E-2F1BCBFAB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3620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EBF8E03-04EC-D433-5A50-C8DBBEF2D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80D2DE77-9B1D-A8F6-39F2-83AB364C8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08/27/2026</a:t>
            </a:fld>
            <a:endParaRPr lang="en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76EB72B3-36E6-629C-E1BB-B7FE2C080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49DA9D9B-DDFF-886C-E62B-5016B02FA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63112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B3C9AF8F-1C68-F68D-8E47-5099453F8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08/27/2026</a:t>
            </a:fld>
            <a:endParaRPr lang="en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A8C2006C-C864-1BCA-350D-776A6C90D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B80805E-A7D9-59B1-F7FE-DB493EB7E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60880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CB6E9FD-BDCA-8615-5C76-9AE455484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9BEE56B-884A-FF20-6F16-78E1FFA48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1318CFB7-7D0E-5FF6-195E-0D12C73D77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A9EA98F-4AB6-617B-0ACB-46F84A97A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08/27/2026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B5323F00-1778-747D-4CA3-7BE566ED1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2B465A2-907D-FB84-6055-CBFCE4DE3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55203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2FA106A-289E-871F-F5F5-8CC8CADFD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BEA8EC99-AB5D-08CE-C63E-479D1F26A8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BB75CA46-2A8A-A500-73E6-574585BC6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D9CE62B9-52EE-063D-A438-9E61AE151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08/27/2026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A824396-F9DB-75DA-33C9-2B779900C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C378360-5782-0A4E-2B7D-485BDFF83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72934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3DEF039-C6BC-A819-D595-4A20803C2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903D74BD-55F5-0C77-6FD9-0CF39A901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DAA8960-576B-9503-F8FD-760E173FB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08/27/2026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A77FD7E-A75B-13CC-CDBB-C7134997A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E207FB3-3023-8836-8CD2-AEE0C530B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17161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133AF92A-CF65-F8BD-9C54-9BD4A8F66A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9E3758F1-E76F-F635-23AE-297B21E242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53EEDB9-1BD2-CF0C-1B70-668C29D4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08/27/2026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C81EF60-A0DC-1B56-1082-11B501071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74F17FA-932C-6CCC-0DA8-3922C316E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76597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DF0BBCCB-73E7-59B5-1FA6-454B6536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956500C-A04C-EC5C-FB8B-FB20266DF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A44FF6E-D523-BBE0-054B-C69A1CA793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AAF1C5-50B2-4937-8234-44C132520904}" type="datetimeFigureOut">
              <a:rPr lang="en-IL" smtClean="0"/>
              <a:t>08/27/2026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3201DA7-8EE9-7183-0C56-4477E25239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915B221-736A-9F3F-D305-29A35AB23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49133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roduct lumb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869" y="1533445"/>
            <a:ext cx="2227147" cy="1675601"/>
          </a:xfrm>
          <a:prstGeom prst="rect">
            <a:avLst/>
          </a:prstGeom>
        </p:spPr>
      </p:pic>
      <p:sp>
        <p:nvSpPr>
          <p:cNvPr id="101" name="Item Badge 101"/>
          <p:cNvSpPr/>
          <p:nvPr/>
        </p:nvSpPr>
        <p:spPr>
          <a:xfrm flipH="1">
            <a:off x="1444016" y="1433445"/>
            <a:ext cx="1150000" cy="430000"/>
          </a:xfrm>
          <a:prstGeom prst="homePlate">
            <a:avLst>
              <a:gd name="adj" fmla="val 22000"/>
            </a:avLst>
          </a:prstGeom>
          <a:solidFill>
            <a:srgbClr val="FFD500"/>
          </a:solidFill>
          <a:ln>
            <a:noFill/>
          </a:ln>
          <a:effectLst>
            <a:outerShdw blurRad="40000" dist="20000" dir="5400000" rotWithShape="0">
              <a:srgbClr val="000000">
                <a:alpha val="35000"/>
              </a:srgbClr>
            </a:outerShdw>
          </a:effectLst>
        </p:spPr>
        <p:txBody>
          <a:bodyPr wrap="square" lIns="91440" tIns="9144" rIns="45720" bIns="9144" rtlCol="0" anchor="ctr">
            <a:noAutofit/>
          </a:bodyPr>
          <a:lstStyle/>
          <a:p>
            <a:pPr marL="0" marR="0" algn="ctr" rtl="0">
              <a:lnSpc>
                <a:spcPct val="100000"/>
              </a:lnSpc>
            </a:pPr>
            <a:r>
              <a:rPr lang="en-US" sz="1000" b="0" dirty="0">
                <a:solidFill>
                  <a:srgbClr val="140D41"/>
                </a:solidFill>
                <a:latin typeface="Arial"/>
              </a:rPr>
              <a:t>ITEM </a:t>
            </a:r>
            <a:r>
              <a:rPr lang="en-US" sz="1600" b="1" dirty="0">
                <a:solidFill>
                  <a:srgbClr val="140D41"/>
                </a:solidFill>
                <a:latin typeface="Arial"/>
              </a:rPr>
              <a:t>—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86869" y="3285954"/>
            <a:ext cx="2227147" cy="3129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CRISS CROSS BELT</a:t>
            </a:r>
          </a:p>
        </p:txBody>
      </p:sp>
      <p:pic>
        <p:nvPicPr>
          <p:cNvPr id="13" name="Product tenni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511" y="1533445"/>
            <a:ext cx="2227147" cy="1675601"/>
          </a:xfrm>
          <a:prstGeom prst="rect">
            <a:avLst/>
          </a:prstGeom>
        </p:spPr>
      </p:pic>
      <p:sp>
        <p:nvSpPr>
          <p:cNvPr id="102" name="Item Badge 102"/>
          <p:cNvSpPr/>
          <p:nvPr/>
        </p:nvSpPr>
        <p:spPr>
          <a:xfrm flipH="1">
            <a:off x="3900658" y="1433445"/>
            <a:ext cx="1150000" cy="430000"/>
          </a:xfrm>
          <a:prstGeom prst="homePlate">
            <a:avLst>
              <a:gd name="adj" fmla="val 22000"/>
            </a:avLst>
          </a:prstGeom>
          <a:solidFill>
            <a:srgbClr val="FFD500"/>
          </a:solidFill>
          <a:ln>
            <a:noFill/>
          </a:ln>
          <a:effectLst>
            <a:outerShdw blurRad="40000" dist="20000" dir="5400000" rotWithShape="0">
              <a:srgbClr val="000000">
                <a:alpha val="35000"/>
              </a:srgbClr>
            </a:outerShdw>
          </a:effectLst>
        </p:spPr>
        <p:txBody>
          <a:bodyPr wrap="square" lIns="91440" tIns="9144" rIns="45720" bIns="9144" rtlCol="0" anchor="ctr">
            <a:noAutofit/>
          </a:bodyPr>
          <a:lstStyle/>
          <a:p>
            <a:pPr marL="0" marR="0" algn="ctr" rtl="0">
              <a:lnSpc>
                <a:spcPct val="100000"/>
              </a:lnSpc>
            </a:pPr>
            <a:r>
              <a:rPr lang="en-US" sz="1000" b="0" dirty="0">
                <a:solidFill>
                  <a:srgbClr val="140D41"/>
                </a:solidFill>
                <a:latin typeface="Arial"/>
              </a:rPr>
              <a:t>ITEM </a:t>
            </a:r>
            <a:r>
              <a:rPr lang="en-US" sz="1600" b="1" dirty="0">
                <a:solidFill>
                  <a:srgbClr val="140D41"/>
                </a:solidFill>
                <a:latin typeface="Arial"/>
              </a:rPr>
              <a:t>T91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743511" y="3285954"/>
            <a:ext cx="2227147" cy="3129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TENNIS BANDAGE</a:t>
            </a:r>
          </a:p>
        </p:txBody>
      </p:sp>
      <p:pic>
        <p:nvPicPr>
          <p:cNvPr id="15" name="Product elbow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4505" y="1533445"/>
            <a:ext cx="2227147" cy="1687646"/>
          </a:xfrm>
          <a:prstGeom prst="rect">
            <a:avLst/>
          </a:prstGeom>
        </p:spPr>
      </p:pic>
      <p:sp>
        <p:nvSpPr>
          <p:cNvPr id="103" name="Item Badge 103"/>
          <p:cNvSpPr/>
          <p:nvPr/>
        </p:nvSpPr>
        <p:spPr>
          <a:xfrm flipH="1">
            <a:off x="6341652" y="1433445"/>
            <a:ext cx="1150000" cy="430000"/>
          </a:xfrm>
          <a:prstGeom prst="homePlate">
            <a:avLst>
              <a:gd name="adj" fmla="val 22000"/>
            </a:avLst>
          </a:prstGeom>
          <a:solidFill>
            <a:srgbClr val="FFD500"/>
          </a:solidFill>
          <a:ln>
            <a:noFill/>
          </a:ln>
          <a:effectLst>
            <a:outerShdw blurRad="40000" dist="20000" dir="5400000" rotWithShape="0">
              <a:srgbClr val="000000">
                <a:alpha val="35000"/>
              </a:srgbClr>
            </a:outerShdw>
          </a:effectLst>
        </p:spPr>
        <p:txBody>
          <a:bodyPr wrap="square" lIns="91440" tIns="9144" rIns="45720" bIns="9144" rtlCol="0" anchor="ctr">
            <a:noAutofit/>
          </a:bodyPr>
          <a:lstStyle/>
          <a:p>
            <a:pPr marL="0" marR="0" algn="ctr" rtl="0">
              <a:lnSpc>
                <a:spcPct val="100000"/>
              </a:lnSpc>
            </a:pPr>
            <a:r>
              <a:rPr lang="en-US" sz="1000" b="0" dirty="0">
                <a:solidFill>
                  <a:srgbClr val="140D41"/>
                </a:solidFill>
                <a:latin typeface="Arial"/>
              </a:rPr>
              <a:t>ITEM </a:t>
            </a:r>
            <a:r>
              <a:rPr lang="en-US" sz="1600" b="1" dirty="0">
                <a:solidFill>
                  <a:srgbClr val="140D41"/>
                </a:solidFill>
                <a:latin typeface="Arial"/>
              </a:rPr>
              <a:t>T20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184505" y="3285954"/>
            <a:ext cx="2227147" cy="625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WRIST BANDAGE</a:t>
            </a:r>
          </a:p>
        </p:txBody>
      </p:sp>
      <p:pic>
        <p:nvPicPr>
          <p:cNvPr id="17" name="Product postur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869" y="4240445"/>
            <a:ext cx="2227147" cy="1680941"/>
          </a:xfrm>
          <a:prstGeom prst="rect">
            <a:avLst/>
          </a:prstGeom>
        </p:spPr>
      </p:pic>
      <p:sp>
        <p:nvSpPr>
          <p:cNvPr id="104" name="Item Badge 104"/>
          <p:cNvSpPr/>
          <p:nvPr/>
        </p:nvSpPr>
        <p:spPr>
          <a:xfrm flipH="1">
            <a:off x="1444016" y="4140445"/>
            <a:ext cx="1150000" cy="430000"/>
          </a:xfrm>
          <a:prstGeom prst="homePlate">
            <a:avLst>
              <a:gd name="adj" fmla="val 22000"/>
            </a:avLst>
          </a:prstGeom>
          <a:solidFill>
            <a:srgbClr val="FFD500"/>
          </a:solidFill>
          <a:ln>
            <a:noFill/>
          </a:ln>
          <a:effectLst>
            <a:outerShdw blurRad="40000" dist="20000" dir="5400000" rotWithShape="0">
              <a:srgbClr val="000000">
                <a:alpha val="35000"/>
              </a:srgbClr>
            </a:outerShdw>
          </a:effectLst>
        </p:spPr>
        <p:txBody>
          <a:bodyPr wrap="square" lIns="91440" tIns="9144" rIns="45720" bIns="9144" rtlCol="0" anchor="ctr">
            <a:noAutofit/>
          </a:bodyPr>
          <a:lstStyle/>
          <a:p>
            <a:pPr marL="0" marR="0" algn="ctr" rtl="0">
              <a:lnSpc>
                <a:spcPct val="100000"/>
              </a:lnSpc>
            </a:pPr>
            <a:r>
              <a:rPr lang="en-US" sz="1000" b="0" dirty="0">
                <a:solidFill>
                  <a:srgbClr val="140D41"/>
                </a:solidFill>
                <a:latin typeface="Arial"/>
              </a:rPr>
              <a:t>ITEM </a:t>
            </a:r>
            <a:r>
              <a:rPr lang="en-US" sz="1600" b="1" dirty="0">
                <a:solidFill>
                  <a:srgbClr val="140D41"/>
                </a:solidFill>
                <a:latin typeface="Arial"/>
              </a:rPr>
              <a:t>49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86869" y="5992954"/>
            <a:ext cx="2227147" cy="3129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THIGH SUPPORT</a:t>
            </a:r>
          </a:p>
        </p:txBody>
      </p:sp>
      <p:pic>
        <p:nvPicPr>
          <p:cNvPr id="19" name="Product ankl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511" y="4240445"/>
            <a:ext cx="2227147" cy="1685087"/>
          </a:xfrm>
          <a:prstGeom prst="rect">
            <a:avLst/>
          </a:prstGeom>
        </p:spPr>
      </p:pic>
      <p:sp>
        <p:nvSpPr>
          <p:cNvPr id="105" name="Item Badge 105"/>
          <p:cNvSpPr/>
          <p:nvPr/>
        </p:nvSpPr>
        <p:spPr>
          <a:xfrm flipH="1">
            <a:off x="3900658" y="4140445"/>
            <a:ext cx="1150000" cy="430000"/>
          </a:xfrm>
          <a:prstGeom prst="homePlate">
            <a:avLst>
              <a:gd name="adj" fmla="val 22000"/>
            </a:avLst>
          </a:prstGeom>
          <a:solidFill>
            <a:srgbClr val="FFD500"/>
          </a:solidFill>
          <a:ln>
            <a:noFill/>
          </a:ln>
          <a:effectLst>
            <a:outerShdw blurRad="40000" dist="20000" dir="5400000" rotWithShape="0">
              <a:srgbClr val="000000">
                <a:alpha val="35000"/>
              </a:srgbClr>
            </a:outerShdw>
          </a:effectLst>
        </p:spPr>
        <p:txBody>
          <a:bodyPr wrap="square" lIns="91440" tIns="9144" rIns="45720" bIns="9144" rtlCol="0" anchor="ctr">
            <a:noAutofit/>
          </a:bodyPr>
          <a:lstStyle/>
          <a:p>
            <a:pPr marL="0" marR="0" algn="ctr" rtl="0">
              <a:lnSpc>
                <a:spcPct val="100000"/>
              </a:lnSpc>
            </a:pPr>
            <a:r>
              <a:rPr lang="en-US" sz="1000" b="0" dirty="0">
                <a:solidFill>
                  <a:srgbClr val="140D41"/>
                </a:solidFill>
                <a:latin typeface="Arial"/>
              </a:rPr>
              <a:t>ITEM </a:t>
            </a:r>
            <a:r>
              <a:rPr lang="en-US" sz="1600" b="1" dirty="0">
                <a:solidFill>
                  <a:srgbClr val="140D41"/>
                </a:solidFill>
                <a:latin typeface="Arial"/>
              </a:rPr>
              <a:t>T40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743511" y="5992954"/>
            <a:ext cx="2227147" cy="3129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PATELLA STRAP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667226" y="391185"/>
            <a:ext cx="4276956" cy="4694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1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ORTHOPEDIC SUPPORT</a:t>
            </a:r>
          </a:p>
        </p:txBody>
      </p:sp>
      <p:sp>
        <p:nvSpPr>
          <p:cNvPr id="22" name="Frame"/>
          <p:cNvSpPr/>
          <p:nvPr/>
        </p:nvSpPr>
        <p:spPr>
          <a:xfrm>
            <a:off x="7667226" y="1199634"/>
            <a:ext cx="3859692" cy="4746378"/>
          </a:xfrm>
          <a:prstGeom prst="snip1Rect">
            <a:avLst>
              <a:gd name="adj" fmla="val 4663"/>
            </a:avLst>
          </a:prstGeom>
          <a:solidFill>
            <a:srgbClr val="140D41"/>
          </a:solidFill>
          <a:ln w="25400">
            <a:solidFill>
              <a:srgbClr val="140D41"/>
            </a:solidFill>
          </a:ln>
        </p:spPr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928016" y="2190636"/>
            <a:ext cx="3442428" cy="78237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THERMAL SERIES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928016" y="3025164"/>
            <a:ext cx="3442428" cy="2086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Heat retaining neoprene combined with 100% cotton towel lining provides premium comfort support with thermal benefits to promote faster healing.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007168" y="4485588"/>
            <a:ext cx="2607900" cy="11474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+35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PRODUCTS</a:t>
            </a:r>
          </a:p>
        </p:txBody>
      </p:sp>
      <p:pic>
        <p:nvPicPr>
          <p:cNvPr id="26" name="Foot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222492"/>
            <a:ext cx="12191695" cy="4952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roduc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869" y="1533445"/>
            <a:ext cx="2227147" cy="1679488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286869" y="3285954"/>
            <a:ext cx="2227147" cy="625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WRIST COMPRESSION SLEEVE</a:t>
            </a:r>
          </a:p>
        </p:txBody>
      </p:sp>
      <p:pic>
        <p:nvPicPr>
          <p:cNvPr id="13" name="Produc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511" y="1533445"/>
            <a:ext cx="2227147" cy="1679488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2743511" y="3285954"/>
            <a:ext cx="2227147" cy="625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ELBOW COMPRESSION SLEEVE</a:t>
            </a:r>
          </a:p>
        </p:txBody>
      </p:sp>
      <p:pic>
        <p:nvPicPr>
          <p:cNvPr id="15" name="Produc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4505" y="1533445"/>
            <a:ext cx="2227147" cy="1679488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5184505" y="3285954"/>
            <a:ext cx="2227147" cy="625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ANKLE COMPRESSION SLEEVE R/L</a:t>
            </a:r>
          </a:p>
        </p:txBody>
      </p:sp>
      <p:pic>
        <p:nvPicPr>
          <p:cNvPr id="17" name="Produc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869" y="4240445"/>
            <a:ext cx="2227147" cy="1679488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286869" y="5992954"/>
            <a:ext cx="2227147" cy="625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KNEE COMPRESSION SLEEVE</a:t>
            </a:r>
          </a:p>
        </p:txBody>
      </p:sp>
      <p:pic>
        <p:nvPicPr>
          <p:cNvPr id="19" name="Produc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511" y="4240445"/>
            <a:ext cx="2227147" cy="1679488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2743511" y="5992954"/>
            <a:ext cx="2227147" cy="625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SHIN COMPRESSION SLEEVE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667226" y="391185"/>
            <a:ext cx="4276956" cy="46942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1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SPORT CATEGORY</a:t>
            </a:r>
          </a:p>
        </p:txBody>
      </p:sp>
      <p:sp>
        <p:nvSpPr>
          <p:cNvPr id="22" name="Frame"/>
          <p:cNvSpPr/>
          <p:nvPr/>
        </p:nvSpPr>
        <p:spPr>
          <a:xfrm>
            <a:off x="7667226" y="1199634"/>
            <a:ext cx="3859692" cy="4746378"/>
          </a:xfrm>
          <a:prstGeom prst="snip1Rect">
            <a:avLst>
              <a:gd name="adj" fmla="val 4663"/>
            </a:avLst>
          </a:prstGeom>
          <a:noFill/>
          <a:ln w="25400">
            <a:solidFill>
              <a:srgbClr val="1E2761"/>
            </a:solidFill>
          </a:ln>
        </p:spPr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he-IL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928016" y="2190636"/>
            <a:ext cx="3442428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900" b="1" i="1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THE SPORT SERIES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928016" y="2750636"/>
            <a:ext cx="3442428" cy="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Reach Your Athletic Peak with Comfortable Ease</a:t>
            </a:r>
          </a:p>
        </p:txBody>
      </p:sp>
      <p:sp>
        <p:nvSpPr>
          <p:cNvPr id="25" name="Checklist"/>
          <p:cNvSpPr txBox="1"/>
          <p:nvPr/>
        </p:nvSpPr>
        <p:spPr>
          <a:xfrm>
            <a:off x="7928016" y="3490636"/>
            <a:ext cx="3442428" cy="23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D5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✓	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TRIPLE-LAYERED 3D CUTTING TECHNOLOGY</a:t>
            </a:r>
          </a:p>
          <a:p>
            <a:pPr marL="228600" marR="0" lvl="0" indent="-228600" algn="l" defTabSz="914400" rtl="0" eaLnBrk="1" fontAlgn="auto" latinLnBrk="0" hangingPunct="1">
              <a:lnSpc>
                <a:spcPct val="98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D5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✓	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INJECTED SILICONE PROVIDES TARGETED SUPPORT FOR JOINTS AND MUSCLES WHILE REDUCING VIBRATION</a:t>
            </a:r>
          </a:p>
          <a:p>
            <a:pPr marL="228600" marR="0" lvl="0" indent="-228600" algn="l" defTabSz="914400" rtl="0" eaLnBrk="1" fontAlgn="auto" latinLnBrk="0" hangingPunct="1">
              <a:lnSpc>
                <a:spcPct val="98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D5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✓	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SPORT-READY LIGHTWEIGHT BREATHABILITY</a:t>
            </a:r>
          </a:p>
          <a:p>
            <a:pPr marL="228600" marR="0" lvl="0" indent="-228600" algn="l" defTabSz="914400" rtl="0" eaLnBrk="1" fontAlgn="auto" latinLnBrk="0" hangingPunct="1">
              <a:lnSpc>
                <a:spcPct val="98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D5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✓	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E2761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UPF 50+ PROTECTED</a:t>
            </a:r>
          </a:p>
        </p:txBody>
      </p:sp>
      <p:pic>
        <p:nvPicPr>
          <p:cNvPr id="26" name="Foote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222492"/>
            <a:ext cx="12191695" cy="495239"/>
          </a:xfrm>
          <a:prstGeom prst="rect">
            <a:avLst/>
          </a:prstGeom>
        </p:spPr>
      </p:pic>
      <p:cxnSp>
        <p:nvCxnSpPr>
          <p:cNvPr id="3" name="מחבר חץ ישר 2">
            <a:extLst>
              <a:ext uri="{FF2B5EF4-FFF2-40B4-BE49-F238E27FC236}">
                <a16:creationId xmlns:a16="http://schemas.microsoft.com/office/drawing/2014/main" id="{A4527003-0FAB-1C90-B478-E48A930C4957}"/>
              </a:ext>
            </a:extLst>
          </p:cNvPr>
          <p:cNvCxnSpPr/>
          <p:nvPr/>
        </p:nvCxnSpPr>
        <p:spPr>
          <a:xfrm flipH="1">
            <a:off x="1216152" y="2852928"/>
            <a:ext cx="5093208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roduct hallux">
            <a:extLst>
              <a:ext uri="{FF2B5EF4-FFF2-40B4-BE49-F238E27FC236}">
                <a16:creationId xmlns:a16="http://schemas.microsoft.com/office/drawing/2014/main" id="{0129FBF0-4CD4-9501-B074-66144217BD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5201" y="1214644"/>
            <a:ext cx="2227147" cy="167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178340"/>
      </p:ext>
    </p:extLst>
  </p:cSld>
  <p:clrMapOvr>
    <a:masterClrMapping/>
  </p:clrMapOvr>
</p:sld>
</file>

<file path=ppt/theme/theme1.xml><?xml version="1.0" encoding="utf-8"?>
<a:theme xmlns:a="http://schemas.openxmlformats.org/drawingml/2006/main" name="1_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101</Words>
  <Application>Microsoft Office PowerPoint</Application>
  <PresentationFormat>מסך רחב</PresentationFormat>
  <Paragraphs>22</Paragraphs>
  <Slides>3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1_ערכת נושא Office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Eyal Sadot</dc:creator>
  <cp:lastModifiedBy>Eyal Sadot</cp:lastModifiedBy>
  <cp:revision>2</cp:revision>
  <dcterms:created xsi:type="dcterms:W3CDTF">2026-08-26T14:33:13Z</dcterms:created>
  <dcterms:modified xsi:type="dcterms:W3CDTF">2026-08-27T06:31:58Z</dcterms:modified>
</cp:coreProperties>
</file>