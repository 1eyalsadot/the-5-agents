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38"/>
  </p:notesMasterIdLst>
  <p:sldIdLst>
    <p:sldId id="298" r:id="rId4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9B6D4F-B1D7-4619-80C9-AC8A15C04D39}" v="22" dt="2026-08-09T15:24:58.4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9" Type="http://schemas.openxmlformats.org/officeDocument/2006/relationships/presProps" Target="presProps.xml"/><Relationship Id="rId42" Type="http://schemas.openxmlformats.org/officeDocument/2006/relationships/tableStyles" Target="tableStyles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40" Type="http://schemas.openxmlformats.org/officeDocument/2006/relationships/viewProps" Target="viewProps.xml"/><Relationship Id="rId44" Type="http://schemas.microsoft.com/office/2015/10/relationships/revisionInfo" Target="revisionInfo.xml"/><Relationship Id="rId43" Type="http://schemas.microsoft.com/office/2016/11/relationships/changesInfo" Target="changesInfos/changesInfo1.xml"/>  
  
  
  <Relationship Id="rId48" Type="http://schemas.openxmlformats.org/officeDocument/2006/relationships/slide" Target="slides/slide39.xml"/>
  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delSld modSld sldOrd">
      <pc:chgData name="Eyal Sadot" userId="9c57a40b-08c8-435b-851c-1854c25cf41d" providerId="ADAL" clId="{02003448-2CBC-42C7-80BD-DC4C07BEB2CD}" dt="2026-08-09T15:25:47.452" v="40" actId="47"/>
      <pc:docMkLst>
        <pc:docMk/>
      </pc:docMkLst>
      <pc:sldChg chg="ord">
        <pc:chgData name="Eyal Sadot" userId="9c57a40b-08c8-435b-851c-1854c25cf41d" providerId="ADAL" clId="{02003448-2CBC-42C7-80BD-DC4C07BEB2CD}" dt="2026-08-09T08:48:40.153" v="7"/>
        <pc:sldMkLst>
          <pc:docMk/>
          <pc:sldMk cId="0" sldId="259"/>
        </pc:sldMkLst>
      </pc:sldChg>
      <pc:sldChg chg="add">
        <pc:chgData name="Eyal Sadot" userId="9c57a40b-08c8-435b-851c-1854c25cf41d" providerId="ADAL" clId="{02003448-2CBC-42C7-80BD-DC4C07BEB2CD}" dt="2026-08-09T08:36:01.113" v="0"/>
        <pc:sldMkLst>
          <pc:docMk/>
          <pc:sldMk cId="0" sldId="260"/>
        </pc:sldMkLst>
      </pc:sldChg>
      <pc:sldChg chg="add">
        <pc:chgData name="Eyal Sadot" userId="9c57a40b-08c8-435b-851c-1854c25cf41d" providerId="ADAL" clId="{02003448-2CBC-42C7-80BD-DC4C07BEB2CD}" dt="2026-08-09T08:36:01.113" v="0"/>
        <pc:sldMkLst>
          <pc:docMk/>
          <pc:sldMk cId="0" sldId="261"/>
        </pc:sldMkLst>
      </pc:sldChg>
      <pc:sldChg chg="add ord">
        <pc:chgData name="Eyal Sadot" userId="9c57a40b-08c8-435b-851c-1854c25cf41d" providerId="ADAL" clId="{02003448-2CBC-42C7-80BD-DC4C07BEB2CD}" dt="2026-08-09T08:48:44.461" v="8"/>
        <pc:sldMkLst>
          <pc:docMk/>
          <pc:sldMk cId="0" sldId="262"/>
        </pc:sldMkLst>
      </pc:sldChg>
      <pc:sldChg chg="modSp add ord">
        <pc:chgData name="Eyal Sadot" userId="9c57a40b-08c8-435b-851c-1854c25cf41d" providerId="ADAL" clId="{02003448-2CBC-42C7-80BD-DC4C07BEB2CD}" dt="2026-08-09T08:40:26.622" v="6"/>
        <pc:sldMkLst>
          <pc:docMk/>
          <pc:sldMk cId="0" sldId="263"/>
        </pc:sldMkLst>
        <pc:spChg chg="mod">
          <ac:chgData name="Eyal Sadot" userId="9c57a40b-08c8-435b-851c-1854c25cf41d" providerId="ADAL" clId="{02003448-2CBC-42C7-80BD-DC4C07BEB2CD}" dt="2026-08-09T08:37:26.117" v="2" actId="20578"/>
          <ac:spMkLst>
            <pc:docMk/>
            <pc:sldMk cId="0" sldId="263"/>
            <ac:spMk id="3" creationId="{00000000-0000-0000-0000-000000000000}"/>
          </ac:spMkLst>
        </pc:spChg>
      </pc:sldChg>
      <pc:sldChg chg="add ord">
        <pc:chgData name="Eyal Sadot" userId="9c57a40b-08c8-435b-851c-1854c25cf41d" providerId="ADAL" clId="{02003448-2CBC-42C7-80BD-DC4C07BEB2CD}" dt="2026-08-09T15:05:23.612" v="14"/>
        <pc:sldMkLst>
          <pc:docMk/>
          <pc:sldMk cId="0" sldId="264"/>
        </pc:sldMkLst>
      </pc:sldChg>
      <pc:sldChg chg="add ord">
        <pc:chgData name="Eyal Sadot" userId="9c57a40b-08c8-435b-851c-1854c25cf41d" providerId="ADAL" clId="{02003448-2CBC-42C7-80BD-DC4C07BEB2CD}" dt="2026-08-09T15:05:30.730" v="18"/>
        <pc:sldMkLst>
          <pc:docMk/>
          <pc:sldMk cId="0" sldId="265"/>
        </pc:sldMkLst>
      </pc:sldChg>
      <pc:sldChg chg="add ord">
        <pc:chgData name="Eyal Sadot" userId="9c57a40b-08c8-435b-851c-1854c25cf41d" providerId="ADAL" clId="{02003448-2CBC-42C7-80BD-DC4C07BEB2CD}" dt="2026-08-09T15:05:14.490" v="12"/>
        <pc:sldMkLst>
          <pc:docMk/>
          <pc:sldMk cId="0" sldId="266"/>
        </pc:sldMkLst>
      </pc:sldChg>
      <pc:sldChg chg="add ord">
        <pc:chgData name="Eyal Sadot" userId="9c57a40b-08c8-435b-851c-1854c25cf41d" providerId="ADAL" clId="{02003448-2CBC-42C7-80BD-DC4C07BEB2CD}" dt="2026-08-09T15:06:09.387" v="22"/>
        <pc:sldMkLst>
          <pc:docMk/>
          <pc:sldMk cId="0" sldId="267"/>
        </pc:sldMkLst>
      </pc:sldChg>
      <pc:sldChg chg="add ord">
        <pc:chgData name="Eyal Sadot" userId="9c57a40b-08c8-435b-851c-1854c25cf41d" providerId="ADAL" clId="{02003448-2CBC-42C7-80BD-DC4C07BEB2CD}" dt="2026-08-09T15:05:34.117" v="20"/>
        <pc:sldMkLst>
          <pc:docMk/>
          <pc:sldMk cId="0" sldId="268"/>
        </pc:sldMkLst>
      </pc:sldChg>
      <pc:sldChg chg="add">
        <pc:chgData name="Eyal Sadot" userId="9c57a40b-08c8-435b-851c-1854c25cf41d" providerId="ADAL" clId="{02003448-2CBC-42C7-80BD-DC4C07BEB2CD}" dt="2026-08-09T15:05:00.075" v="10"/>
        <pc:sldMkLst>
          <pc:docMk/>
          <pc:sldMk cId="0" sldId="269"/>
        </pc:sldMkLst>
      </pc:sldChg>
      <pc:sldChg chg="modSp add mod">
        <pc:chgData name="Eyal Sadot" userId="9c57a40b-08c8-435b-851c-1854c25cf41d" providerId="ADAL" clId="{02003448-2CBC-42C7-80BD-DC4C07BEB2CD}" dt="2026-08-09T15:08:49.456" v="31" actId="732"/>
        <pc:sldMkLst>
          <pc:docMk/>
          <pc:sldMk cId="0" sldId="270"/>
        </pc:sldMkLst>
        <pc:picChg chg="mod modCrop">
          <ac:chgData name="Eyal Sadot" userId="9c57a40b-08c8-435b-851c-1854c25cf41d" providerId="ADAL" clId="{02003448-2CBC-42C7-80BD-DC4C07BEB2CD}" dt="2026-08-09T15:08:49.132" v="30" actId="732"/>
          <ac:picMkLst>
            <pc:docMk/>
            <pc:sldMk cId="0" sldId="270"/>
            <ac:picMk id="17" creationId="{00000000-0000-0000-0000-000000000000}"/>
          </ac:picMkLst>
        </pc:picChg>
        <pc:picChg chg="mod modCrop">
          <ac:chgData name="Eyal Sadot" userId="9c57a40b-08c8-435b-851c-1854c25cf41d" providerId="ADAL" clId="{02003448-2CBC-42C7-80BD-DC4C07BEB2CD}" dt="2026-08-09T15:08:49.456" v="31" actId="732"/>
          <ac:picMkLst>
            <pc:docMk/>
            <pc:sldMk cId="0" sldId="270"/>
            <ac:picMk id="19" creationId="{00000000-0000-0000-0000-000000000000}"/>
          </ac:picMkLst>
        </pc:picChg>
      </pc:sldChg>
      <pc:sldChg chg="add del">
        <pc:chgData name="Eyal Sadot" userId="9c57a40b-08c8-435b-851c-1854c25cf41d" providerId="ADAL" clId="{02003448-2CBC-42C7-80BD-DC4C07BEB2CD}" dt="2026-08-09T15:25:38.461" v="38" actId="47"/>
        <pc:sldMkLst>
          <pc:docMk/>
          <pc:sldMk cId="0" sldId="271"/>
        </pc:sldMkLst>
      </pc:sldChg>
      <pc:sldChg chg="addSp modSp mod">
        <pc:chgData name="Eyal Sadot" userId="9c57a40b-08c8-435b-851c-1854c25cf41d" providerId="ADAL" clId="{02003448-2CBC-42C7-80BD-DC4C07BEB2CD}" dt="2026-08-09T15:08:05.124" v="27" actId="167"/>
        <pc:sldMkLst>
          <pc:docMk/>
          <pc:sldMk cId="0" sldId="274"/>
        </pc:sldMkLst>
        <pc:spChg chg="add mod ord">
          <ac:chgData name="Eyal Sadot" userId="9c57a40b-08c8-435b-851c-1854c25cf41d" providerId="ADAL" clId="{02003448-2CBC-42C7-80BD-DC4C07BEB2CD}" dt="2026-08-09T15:08:05.124" v="27" actId="167"/>
          <ac:spMkLst>
            <pc:docMk/>
            <pc:sldMk cId="0" sldId="274"/>
            <ac:spMk id="3" creationId="{AFB7070D-59E6-87F7-AF87-DC8CBD2A72E0}"/>
          </ac:spMkLst>
        </pc:spChg>
      </pc:sldChg>
      <pc:sldChg chg="ord">
        <pc:chgData name="Eyal Sadot" userId="9c57a40b-08c8-435b-851c-1854c25cf41d" providerId="ADAL" clId="{02003448-2CBC-42C7-80BD-DC4C07BEB2CD}" dt="2026-08-09T08:48:40.153" v="7"/>
        <pc:sldMkLst>
          <pc:docMk/>
          <pc:sldMk cId="0" sldId="277"/>
        </pc:sldMkLst>
      </pc:sldChg>
      <pc:sldChg chg="add">
        <pc:chgData name="Eyal Sadot" userId="9c57a40b-08c8-435b-851c-1854c25cf41d" providerId="ADAL" clId="{02003448-2CBC-42C7-80BD-DC4C07BEB2CD}" dt="2026-08-09T08:36:01.113" v="0"/>
        <pc:sldMkLst>
          <pc:docMk/>
          <pc:sldMk cId="0" sldId="286"/>
        </pc:sldMkLst>
      </pc:sldChg>
      <pc:sldChg chg="add">
        <pc:chgData name="Eyal Sadot" userId="9c57a40b-08c8-435b-851c-1854c25cf41d" providerId="ADAL" clId="{02003448-2CBC-42C7-80BD-DC4C07BEB2CD}" dt="2026-08-09T08:36:01.113" v="0"/>
        <pc:sldMkLst>
          <pc:docMk/>
          <pc:sldMk cId="0" sldId="287"/>
        </pc:sldMkLst>
      </pc:sldChg>
      <pc:sldChg chg="add ord">
        <pc:chgData name="Eyal Sadot" userId="9c57a40b-08c8-435b-851c-1854c25cf41d" providerId="ADAL" clId="{02003448-2CBC-42C7-80BD-DC4C07BEB2CD}" dt="2026-08-09T08:36:27.543" v="1"/>
        <pc:sldMkLst>
          <pc:docMk/>
          <pc:sldMk cId="0" sldId="288"/>
        </pc:sldMkLst>
      </pc:sldChg>
      <pc:sldChg chg="add">
        <pc:chgData name="Eyal Sadot" userId="9c57a40b-08c8-435b-851c-1854c25cf41d" providerId="ADAL" clId="{02003448-2CBC-42C7-80BD-DC4C07BEB2CD}" dt="2026-08-09T08:36:01.113" v="0"/>
        <pc:sldMkLst>
          <pc:docMk/>
          <pc:sldMk cId="0" sldId="289"/>
        </pc:sldMkLst>
      </pc:sldChg>
      <pc:sldChg chg="add">
        <pc:chgData name="Eyal Sadot" userId="9c57a40b-08c8-435b-851c-1854c25cf41d" providerId="ADAL" clId="{02003448-2CBC-42C7-80BD-DC4C07BEB2CD}" dt="2026-08-09T09:27:18.501" v="9"/>
        <pc:sldMkLst>
          <pc:docMk/>
          <pc:sldMk cId="0" sldId="290"/>
        </pc:sldMkLst>
      </pc:sldChg>
      <pc:sldChg chg="add">
        <pc:chgData name="Eyal Sadot" userId="9c57a40b-08c8-435b-851c-1854c25cf41d" providerId="ADAL" clId="{02003448-2CBC-42C7-80BD-DC4C07BEB2CD}" dt="2026-08-09T15:05:00.075" v="10"/>
        <pc:sldMkLst>
          <pc:docMk/>
          <pc:sldMk cId="0" sldId="291"/>
        </pc:sldMkLst>
      </pc:sldChg>
      <pc:sldChg chg="modSp add mod">
        <pc:chgData name="Eyal Sadot" userId="9c57a40b-08c8-435b-851c-1854c25cf41d" providerId="ADAL" clId="{02003448-2CBC-42C7-80BD-DC4C07BEB2CD}" dt="2026-08-09T15:07:29.397" v="24" actId="14100"/>
        <pc:sldMkLst>
          <pc:docMk/>
          <pc:sldMk cId="0" sldId="292"/>
        </pc:sldMkLst>
        <pc:spChg chg="mod">
          <ac:chgData name="Eyal Sadot" userId="9c57a40b-08c8-435b-851c-1854c25cf41d" providerId="ADAL" clId="{02003448-2CBC-42C7-80BD-DC4C07BEB2CD}" dt="2026-08-09T15:07:29.397" v="24" actId="14100"/>
          <ac:spMkLst>
            <pc:docMk/>
            <pc:sldMk cId="0" sldId="292"/>
            <ac:spMk id="10" creationId="{00000000-0000-0000-0000-000000000000}"/>
          </ac:spMkLst>
        </pc:spChg>
      </pc:sldChg>
      <pc:sldChg chg="addSp modSp add del mod setBg">
        <pc:chgData name="Eyal Sadot" userId="9c57a40b-08c8-435b-851c-1854c25cf41d" providerId="ADAL" clId="{02003448-2CBC-42C7-80BD-DC4C07BEB2CD}" dt="2026-08-09T15:25:47.452" v="40" actId="47"/>
        <pc:sldMkLst>
          <pc:docMk/>
          <pc:sldMk cId="0" sldId="293"/>
        </pc:sldMkLst>
        <pc:picChg chg="add mod">
          <ac:chgData name="Eyal Sadot" userId="9c57a40b-08c8-435b-851c-1854c25cf41d" providerId="ADAL" clId="{02003448-2CBC-42C7-80BD-DC4C07BEB2CD}" dt="2026-08-09T15:25:24.337" v="37" actId="1076"/>
          <ac:picMkLst>
            <pc:docMk/>
            <pc:sldMk cId="0" sldId="293"/>
            <ac:picMk id="3" creationId="{FFC91239-A223-E446-D711-F089873F7134}"/>
          </ac:picMkLst>
        </pc:picChg>
      </pc:sldChg>
      <pc:sldChg chg="add">
        <pc:chgData name="Eyal Sadot" userId="9c57a40b-08c8-435b-851c-1854c25cf41d" providerId="ADAL" clId="{02003448-2CBC-42C7-80BD-DC4C07BEB2CD}" dt="2026-08-09T15:24:38.428" v="34"/>
        <pc:sldMkLst>
          <pc:docMk/>
          <pc:sldMk cId="0" sldId="294"/>
        </pc:sldMkLst>
      </pc:sldChg>
      <pc:sldChg chg="add del">
        <pc:chgData name="Eyal Sadot" userId="9c57a40b-08c8-435b-851c-1854c25cf41d" providerId="ADAL" clId="{02003448-2CBC-42C7-80BD-DC4C07BEB2CD}" dt="2026-08-09T15:25:45.227" v="39" actId="47"/>
        <pc:sldMkLst>
          <pc:docMk/>
          <pc:sldMk cId="0" sldId="2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93655D5-7B76-BDB2-D9B2-433ECE4B2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163DF22-3979-AEED-67F9-FFA6CD8B4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DF4C6B0-6865-9368-4A2A-5F992B973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91AE897-159A-FE08-2B04-BEA2D209F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42E9A4F-16BB-D175-FAA5-3926D3C0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17498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42998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7B75F83-BCB1-4B12-A816-9BFA8C0D4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5416C64-EEAC-E597-C67C-862853125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76EB92B-E76E-FBAB-C215-1FC745F3A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AC925C5-1874-EC92-1041-5CB03A971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744C32C-730C-AAA6-1858-8CFC9B04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28137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3961AAB-9C72-2379-0782-0BA4AD4A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7F69A76-C002-A3EA-DCCD-1FABDD769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2C4C56E-D457-2853-96BA-3127F904D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0DEA4C6-3BF0-4249-2C99-647166635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455BA81-6A9D-13D2-A593-7A87C28EB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122330C-FF64-3101-BE69-02E15C631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04571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5C1FAC-5FF4-0B59-4531-3DD3B20D9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B1611AB-ABBA-DA78-AB2E-3CD2D420A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78590BE-75B3-1AD8-1BA7-297B072F5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A85205DA-C2D3-42C8-876B-BE88FEC677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CBBE61D1-0D81-A7BF-82F1-8C9AACAE80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E35E78D-9F79-340D-2AFF-FC6C7F03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9CB09053-5BDF-1BC5-0BB4-09B3C7D83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42ADDDC0-B589-4E9A-8A3E-2F1BCBFA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80246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EBF8E03-04EC-D433-5A50-C8DBBEF2D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80D2DE77-9B1D-A8F6-39F2-83AB364C8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76EB72B3-36E6-629C-E1BB-B7FE2C080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9DA9D9B-DDFF-886C-E62B-5016B02FA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8951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B3C9AF8F-1C68-F68D-8E47-5099453F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A8C2006C-C864-1BCA-350D-776A6C90D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B80805E-A7D9-59B1-F7FE-DB493EB7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15900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CB6E9FD-BDCA-8615-5C76-9AE455484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9BEE56B-884A-FF20-6F16-78E1FFA48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318CFB7-7D0E-5FF6-195E-0D12C73D7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A9EA98F-4AB6-617B-0ACB-46F84A97A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5323F00-1778-747D-4CA3-7BE566ED1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2B465A2-907D-FB84-6055-CBFCE4DE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6053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2FA106A-289E-871F-F5F5-8CC8CADFD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EA8EC99-AB5D-08CE-C63E-479D1F26A8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B75CA46-2A8A-A500-73E6-574585BC6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9CE62B9-52EE-063D-A438-9E61AE151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A824396-F9DB-75DA-33C9-2B779900C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C378360-5782-0A4E-2B7D-485BDFF83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145393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3DEF039-C6BC-A819-D595-4A20803C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03D74BD-55F5-0C77-6FD9-0CF39A901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DAA8960-576B-9503-F8FD-760E173FB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A77FD7E-A75B-13CC-CDBB-C7134997A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E207FB3-3023-8836-8CD2-AEE0C530B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915676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133AF92A-CF65-F8BD-9C54-9BD4A8F66A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E3758F1-E76F-F635-23AE-297B21E24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53EEDB9-1BD2-CF0C-1B70-668C29D4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C81EF60-A0DC-1B56-1082-11B501071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74F17FA-932C-6CCC-0DA8-3922C316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80088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DF0BBCCB-73E7-59B5-1FA6-454B6536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956500C-A04C-EC5C-FB8B-FB20266DF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A44FF6E-D523-BBE0-054B-C69A1CA79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3201DA7-8EE9-7183-0C56-4477E25239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915B221-736A-9F3F-D305-29A35AB23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25253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10" Type="http://schemas.openxmlformats.org/officeDocument/2006/relationships/image" Target="../media/cts-night-mitten.png"/><Relationship Id="rId11" Type="http://schemas.openxmlformats.org/officeDocument/2006/relationships/image" Target="../media/image87.png"/></Relationships>
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Panel"/>
          <p:cNvSpPr/>
          <p:nvPr/>
        </p:nvSpPr>
        <p:spPr>
          <a:xfrm>
            <a:off x="7484346" y="208305"/>
            <a:ext cx="4559836" cy="5920587"/>
          </a:xfrm>
          <a:prstGeom prst="snip1Rect">
            <a:avLst>
              <a:gd name="adj" fmla="val 4663"/>
            </a:avLst>
          </a:prstGeom>
          <a:solidFill>
            <a:srgbClr val="FFFFFF"/>
          </a:solidFill>
          <a:ln w="25400">
            <a:solidFill>
              <a:srgbClr val="FFD500"/>
            </a:solidFill>
          </a:ln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sp>
        <p:nvSpPr>
          <p:cNvPr id="143" name="TextBox 143"/>
          <p:cNvSpPr txBox="1"/>
          <p:nvPr/>
        </p:nvSpPr>
        <p:spPr>
          <a:xfrm>
            <a:off x="7667226" y="391185"/>
            <a:ext cx="4276956" cy="4694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8C6A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WRIST CARE</a:t>
            </a:r>
          </a:p>
        </p:txBody>
      </p:sp>
      <p:pic>
        <p:nvPicPr>
          <p:cNvPr id="144" name="CTS Night Mitten Produc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83531" y="950000"/>
            <a:ext cx="3300165" cy="4950000"/>
          </a:xfrm>
          <a:prstGeom prst="rect">
            <a:avLst/>
          </a:prstGeom>
        </p:spPr>
      </p:pic>
      <p:sp>
        <p:nvSpPr>
          <p:cNvPr id="146" name="TextBox 146"/>
          <p:cNvSpPr txBox="1"/>
          <p:nvPr/>
        </p:nvSpPr>
        <p:spPr>
          <a:xfrm>
            <a:off x="7928016" y="1440000"/>
            <a:ext cx="3442428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CTS Night Mitten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Nighttime Pain Relief Support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7928016" y="2550000"/>
            <a:ext cx="3442428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Lightweight breathable mitten design with Velcro fastening.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7928016" y="3450000"/>
            <a:ext cx="3442428" cy="2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C6A00"/>
              </a:buClr>
              <a:buFont typeface="Arial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Comfortable fit throughout the night.</a:t>
            </a:r>
          </a:p>
          <a:p>
            <a:pPr marL="2286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8C6A00"/>
              </a:buClr>
              <a:buFont typeface="Arial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Supports finger flexion position for nerve decompression.</a:t>
            </a:r>
          </a:p>
          <a:p>
            <a:pPr marL="2286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8C6A00"/>
              </a:buClr>
              <a:buFont typeface="Arial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Three sizes for perfect fit.</a:t>
            </a:r>
          </a:p>
          <a:p>
            <a:pPr marL="2286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8C6A00"/>
              </a:buClr>
              <a:buFont typeface="Arial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Washable, durable, consumer-friendly.</a:t>
            </a:r>
          </a:p>
        </p:txBody>
      </p:sp>
      <p:pic>
        <p:nvPicPr>
          <p:cNvPr id="150" name="Footer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6222492"/>
            <a:ext cx="12191695" cy="4952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1495</Words>
  <Application>Microsoft Office PowerPoint</Application>
  <PresentationFormat>מסך רחב</PresentationFormat>
  <Paragraphs>313</Paragraphs>
  <Slides>35</Slides>
  <Notes>10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2</vt:i4>
      </vt:variant>
      <vt:variant>
        <vt:lpstr>כותרות שקופיות</vt:lpstr>
      </vt:variant>
      <vt:variant>
        <vt:i4>35</vt:i4>
      </vt:variant>
    </vt:vector>
  </HeadingPairs>
  <TitlesOfParts>
    <vt:vector size="41" baseType="lpstr">
      <vt:lpstr>Aptos</vt:lpstr>
      <vt:lpstr>Arial</vt:lpstr>
      <vt:lpstr>Calibri</vt:lpstr>
      <vt:lpstr>Calibri Light</vt:lpstr>
      <vt:lpstr>Office Theme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3</cp:revision>
  <dcterms:created xsi:type="dcterms:W3CDTF">2026-08-02T08:27:24Z</dcterms:created>
  <dcterms:modified xsi:type="dcterms:W3CDTF">2026-08-09T15:25:47Z</dcterms:modified>
</cp:coreProperties>
</file>