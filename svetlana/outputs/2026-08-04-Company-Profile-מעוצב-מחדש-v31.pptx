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Relationship Id="rId959" Type="http://schemas.openxmlformats.org/officeDocument/2006/relationships/image" Target="../media/channel5_private_toe_cushion.jpg"/><Relationship Id="rId960" Type="http://schemas.openxmlformats.org/officeDocument/2006/relationships/image" Target="../media/channel5_private_gel_insoles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>
            <a:off x="976441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>
            <a:off x="1063388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5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DividerArrow"/>
          <p:cNvCxnSpPr/>
          <p:nvPr/>
        </p:nvCxnSpPr>
        <p:spPr>
          <a:xfrm>
            <a:off x="5842390" y="3600000"/>
            <a:ext cx="524635" cy="0"/>
          </a:xfrm>
          <a:prstGeom prst="line">
            <a:avLst/>
          </a:prstGeom>
          <a:ln w="50800" cap="flat">
            <a:solidFill>
              <a:srgbClr val="FFD500"/>
            </a:solidFill>
            <a:headEnd type="triangle" w="med" len="med"/>
            <a:tailEnd type="triangle" w="med" len="med"/>
          </a:ln>
        </p:spPr>
      </p:cxn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Sto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STORY</a:t>
            </a:r>
          </a:p>
        </p:txBody>
      </p:sp>
      <p:cxnSp>
        <p:nvCxnSpPr>
          <p:cNvPr id="10" name="Trunk"/>
          <p:cNvCxnSpPr/>
          <p:nvPr/>
        </p:nvCxnSpPr>
        <p:spPr>
          <a:xfrm>
            <a:off x="1341120" y="3825000"/>
            <a:ext cx="950976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00" name="Connector0"/>
          <p:cNvCxnSpPr/>
          <p:nvPr/>
        </p:nvCxnSpPr>
        <p:spPr>
          <a:xfrm>
            <a:off x="134112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1" name="Card0"/>
          <p:cNvSpPr/>
          <p:nvPr/>
        </p:nvSpPr>
        <p:spPr>
          <a:xfrm>
            <a:off x="51612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by Uriel M.</a:t>
            </a:r>
          </a:p>
        </p:txBody>
      </p:sp>
      <p:sp>
        <p:nvSpPr>
          <p:cNvPr id="102" name="YearCircle0"/>
          <p:cNvSpPr/>
          <p:nvPr/>
        </p:nvSpPr>
        <p:spPr>
          <a:xfrm>
            <a:off x="9661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</a:p>
        </p:txBody>
      </p:sp>
      <p:cxnSp>
        <p:nvCxnSpPr>
          <p:cNvPr id="110" name="Connector1"/>
          <p:cNvCxnSpPr/>
          <p:nvPr/>
        </p:nvCxnSpPr>
        <p:spPr>
          <a:xfrm>
            <a:off x="292608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11" name="Card1"/>
          <p:cNvSpPr/>
          <p:nvPr/>
        </p:nvSpPr>
        <p:spPr>
          <a:xfrm>
            <a:off x="210108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as Meditex Group LTD</a:t>
            </a:r>
          </a:p>
        </p:txBody>
      </p:sp>
      <p:sp>
        <p:nvSpPr>
          <p:cNvPr id="112" name="YearCircle1"/>
          <p:cNvSpPr/>
          <p:nvPr/>
        </p:nvSpPr>
        <p:spPr>
          <a:xfrm>
            <a:off x="25510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</a:p>
        </p:txBody>
      </p:sp>
      <p:cxnSp>
        <p:nvCxnSpPr>
          <p:cNvPr id="120" name="Connector2"/>
          <p:cNvCxnSpPr/>
          <p:nvPr/>
        </p:nvCxnSpPr>
        <p:spPr>
          <a:xfrm>
            <a:off x="451104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21" name="Card2"/>
          <p:cNvSpPr/>
          <p:nvPr/>
        </p:nvSpPr>
        <p:spPr>
          <a:xfrm>
            <a:off x="368604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to the orthopedic world</a:t>
            </a:r>
          </a:p>
        </p:txBody>
      </p:sp>
      <p:sp>
        <p:nvSpPr>
          <p:cNvPr id="122" name="YearCircle2"/>
          <p:cNvSpPr/>
          <p:nvPr/>
        </p:nvSpPr>
        <p:spPr>
          <a:xfrm>
            <a:off x="413604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</a:p>
        </p:txBody>
      </p:sp>
      <p:cxnSp>
        <p:nvCxnSpPr>
          <p:cNvPr id="130" name="Connector3"/>
          <p:cNvCxnSpPr/>
          <p:nvPr/>
        </p:nvCxnSpPr>
        <p:spPr>
          <a:xfrm>
            <a:off x="609600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31" name="Card3"/>
          <p:cNvSpPr/>
          <p:nvPr/>
        </p:nvSpPr>
        <p:spPr>
          <a:xfrm>
            <a:off x="527100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entering Hospital</a:t>
            </a:r>
          </a:p>
        </p:txBody>
      </p:sp>
      <p:sp>
        <p:nvSpPr>
          <p:cNvPr id="132" name="YearCircle3"/>
          <p:cNvSpPr/>
          <p:nvPr/>
        </p:nvSpPr>
        <p:spPr>
          <a:xfrm>
            <a:off x="572100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</a:p>
        </p:txBody>
      </p:sp>
      <p:cxnSp>
        <p:nvCxnSpPr>
          <p:cNvPr id="140" name="Connector4"/>
          <p:cNvCxnSpPr/>
          <p:nvPr/>
        </p:nvCxnSpPr>
        <p:spPr>
          <a:xfrm>
            <a:off x="768096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41" name="Card4"/>
          <p:cNvSpPr/>
          <p:nvPr/>
        </p:nvSpPr>
        <p:spPr>
          <a:xfrm>
            <a:off x="685596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worldwide</a:t>
            </a:r>
          </a:p>
        </p:txBody>
      </p:sp>
      <p:sp>
        <p:nvSpPr>
          <p:cNvPr id="142" name="YearCircle4"/>
          <p:cNvSpPr/>
          <p:nvPr/>
        </p:nvSpPr>
        <p:spPr>
          <a:xfrm>
            <a:off x="730596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</a:p>
        </p:txBody>
      </p:sp>
      <p:cxnSp>
        <p:nvCxnSpPr>
          <p:cNvPr id="150" name="Connector5"/>
          <p:cNvCxnSpPr/>
          <p:nvPr/>
        </p:nvCxnSpPr>
        <p:spPr>
          <a:xfrm>
            <a:off x="926592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51" name="Card5"/>
          <p:cNvSpPr/>
          <p:nvPr/>
        </p:nvSpPr>
        <p:spPr>
          <a:xfrm>
            <a:off x="844092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ownership</a:t>
            </a:r>
          </a:p>
        </p:txBody>
      </p:sp>
      <p:sp>
        <p:nvSpPr>
          <p:cNvPr id="152" name="YearCircle5"/>
          <p:cNvSpPr/>
          <p:nvPr/>
        </p:nvSpPr>
        <p:spPr>
          <a:xfrm>
            <a:off x="88909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</a:p>
        </p:txBody>
      </p:sp>
      <p:cxnSp>
        <p:nvCxnSpPr>
          <p:cNvPr id="160" name="Connector6"/>
          <p:cNvCxnSpPr/>
          <p:nvPr/>
        </p:nvCxnSpPr>
        <p:spPr>
          <a:xfrm>
            <a:off x="1085088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61" name="Card6"/>
          <p:cNvSpPr/>
          <p:nvPr/>
        </p:nvSpPr>
        <p:spPr>
          <a:xfrm>
            <a:off x="1002588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Uriel website</a:t>
            </a:r>
          </a:p>
        </p:txBody>
      </p:sp>
      <p:sp>
        <p:nvSpPr>
          <p:cNvPr id="162" name="YearCircle6"/>
          <p:cNvSpPr/>
          <p:nvPr/>
        </p:nvSpPr>
        <p:spPr>
          <a:xfrm>
            <a:off x="104758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