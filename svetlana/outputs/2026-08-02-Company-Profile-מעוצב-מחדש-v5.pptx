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6"/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16A674BC-C34D-C992-3B1A-8F6EC6A2E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2250" y="366156"/>
            <a:ext cx="4102087" cy="3026130"/>
          </a:xfrm>
          <a:prstGeom prst="snip1Rect">
            <a:avLst>
              <a:gd name="adj" fmla="val 9678"/>
            </a:avLst>
          </a:prstGeom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sp>
        <p:nvSpPr>
          <p:cNvPr id="33" name="PhotoFade"/>
          <p:cNvSpPr/>
          <p:nvPr/>
        </p:nvSpPr>
        <p:spPr>
          <a:xfrm>
            <a:off x="7909560" y="640080"/>
            <a:ext cx="1314777" cy="2752206"/>
          </a:xfrm>
          <a:prstGeom prst="rect">
            <a:avLst/>
          </a:prstGeom>
          <a:gradFill flip="none" rotWithShape="1">
            <a:gsLst>
              <a:gs pos="0">
                <a:srgbClr val="140D41">
                  <a:alpha val="0"/>
                </a:srgbClr>
              </a:gs>
              <a:gs pos="100000">
                <a:srgbClr val="140D41">
                  <a:alpha val="95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