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38"/>
  </p:notesMasterIdLst>
  <p:sldIdLst>
    <p:sldId id="295" r:id="rId45"/>
    <p:sldId id="296" r:id="rId46"/>
    <p:sldId id="297" r:id="rId47"/>
    <p:sldId id="298" r:id="rId48"/>
    <p:sldId id="299"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9B6D4F-B1D7-4619-80C9-AC8A15C04D39}" v="22" dt="2026-08-09T15:24:58.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39" Type="http://schemas.openxmlformats.org/officeDocument/2006/relationships/presProps" Target="presProps.xml"/><Relationship Id="rId42" Type="http://schemas.openxmlformats.org/officeDocument/2006/relationships/tableStyles" Target="tableStyles.xml"/><Relationship Id="rId38" Type="http://schemas.openxmlformats.org/officeDocument/2006/relationships/notesMaster" Target="notesMasters/notesMaster1.xml"/><Relationship Id="rId2" Type="http://schemas.openxmlformats.org/officeDocument/2006/relationships/slideMaster" Target="slideMasters/slideMaster2.xml"/><Relationship Id="rId41" Type="http://schemas.openxmlformats.org/officeDocument/2006/relationships/theme" Target="theme/theme1.xml"/><Relationship Id="rId1" Type="http://schemas.openxmlformats.org/officeDocument/2006/relationships/slideMaster" Target="slideMasters/slideMaster1.xml"/><Relationship Id="rId40" Type="http://schemas.openxmlformats.org/officeDocument/2006/relationships/viewProps" Target="viewProps.xml"/><Relationship Id="rId44" Type="http://schemas.microsoft.com/office/2015/10/relationships/revisionInfo" Target="revisionInfo.xml"/><Relationship Id="rId43" Type="http://schemas.microsoft.com/office/2016/11/relationships/changesInfo" Target="changesInfos/changesInfo1.xml"/>  <Relationship Id="rId45" Type="http://schemas.openxmlformats.org/officeDocument/2006/relationships/slide" Target="slides/slide36.xml"/>
  <Relationship Id="rId46" Type="http://schemas.openxmlformats.org/officeDocument/2006/relationships/slide" Target="slides/slide37.xml"/>
  <Relationship Id="rId47" Type="http://schemas.openxmlformats.org/officeDocument/2006/relationships/slide" Target="slides/slide38.xml"/>
  <Relationship Id="rId48" Type="http://schemas.openxmlformats.org/officeDocument/2006/relationships/slide" Target="slides/slide39.xml"/>
  <Relationship Id="rId49" Type="http://schemas.openxmlformats.org/officeDocument/2006/relationships/slide" Target="slides/slide40.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yal Sadot" userId="9c57a40b-08c8-435b-851c-1854c25cf41d" providerId="ADAL" clId="{02003448-2CBC-42C7-80BD-DC4C07BEB2CD}"/>
    <pc:docChg chg="undo custSel addSld delSld modSld sldOrd">
      <pc:chgData name="Eyal Sadot" userId="9c57a40b-08c8-435b-851c-1854c25cf41d" providerId="ADAL" clId="{02003448-2CBC-42C7-80BD-DC4C07BEB2CD}" dt="2026-08-09T15:25:47.452" v="40" actId="47"/>
      <pc:docMkLst>
        <pc:docMk/>
      </pc:docMkLst>
      <pc:sldChg chg="ord">
        <pc:chgData name="Eyal Sadot" userId="9c57a40b-08c8-435b-851c-1854c25cf41d" providerId="ADAL" clId="{02003448-2CBC-42C7-80BD-DC4C07BEB2CD}" dt="2026-08-09T08:48:40.153" v="7"/>
        <pc:sldMkLst>
          <pc:docMk/>
          <pc:sldMk cId="0" sldId="259"/>
        </pc:sldMkLst>
      </pc:sldChg>
      <pc:sldChg chg="add">
        <pc:chgData name="Eyal Sadot" userId="9c57a40b-08c8-435b-851c-1854c25cf41d" providerId="ADAL" clId="{02003448-2CBC-42C7-80BD-DC4C07BEB2CD}" dt="2026-08-09T08:36:01.113" v="0"/>
        <pc:sldMkLst>
          <pc:docMk/>
          <pc:sldMk cId="0" sldId="260"/>
        </pc:sldMkLst>
      </pc:sldChg>
      <pc:sldChg chg="add">
        <pc:chgData name="Eyal Sadot" userId="9c57a40b-08c8-435b-851c-1854c25cf41d" providerId="ADAL" clId="{02003448-2CBC-42C7-80BD-DC4C07BEB2CD}" dt="2026-08-09T08:36:01.113" v="0"/>
        <pc:sldMkLst>
          <pc:docMk/>
          <pc:sldMk cId="0" sldId="261"/>
        </pc:sldMkLst>
      </pc:sldChg>
      <pc:sldChg chg="add ord">
        <pc:chgData name="Eyal Sadot" userId="9c57a40b-08c8-435b-851c-1854c25cf41d" providerId="ADAL" clId="{02003448-2CBC-42C7-80BD-DC4C07BEB2CD}" dt="2026-08-09T08:48:44.461" v="8"/>
        <pc:sldMkLst>
          <pc:docMk/>
          <pc:sldMk cId="0" sldId="262"/>
        </pc:sldMkLst>
      </pc:sldChg>
      <pc:sldChg chg="modSp add ord">
        <pc:chgData name="Eyal Sadot" userId="9c57a40b-08c8-435b-851c-1854c25cf41d" providerId="ADAL" clId="{02003448-2CBC-42C7-80BD-DC4C07BEB2CD}" dt="2026-08-09T08:40:26.622" v="6"/>
        <pc:sldMkLst>
          <pc:docMk/>
          <pc:sldMk cId="0" sldId="263"/>
        </pc:sldMkLst>
        <pc:spChg chg="mod">
          <ac:chgData name="Eyal Sadot" userId="9c57a40b-08c8-435b-851c-1854c25cf41d" providerId="ADAL" clId="{02003448-2CBC-42C7-80BD-DC4C07BEB2CD}" dt="2026-08-09T08:37:26.117" v="2" actId="20578"/>
          <ac:spMkLst>
            <pc:docMk/>
            <pc:sldMk cId="0" sldId="263"/>
            <ac:spMk id="3" creationId="{00000000-0000-0000-0000-000000000000}"/>
          </ac:spMkLst>
        </pc:spChg>
      </pc:sldChg>
      <pc:sldChg chg="add ord">
        <pc:chgData name="Eyal Sadot" userId="9c57a40b-08c8-435b-851c-1854c25cf41d" providerId="ADAL" clId="{02003448-2CBC-42C7-80BD-DC4C07BEB2CD}" dt="2026-08-09T15:05:23.612" v="14"/>
        <pc:sldMkLst>
          <pc:docMk/>
          <pc:sldMk cId="0" sldId="264"/>
        </pc:sldMkLst>
      </pc:sldChg>
      <pc:sldChg chg="add ord">
        <pc:chgData name="Eyal Sadot" userId="9c57a40b-08c8-435b-851c-1854c25cf41d" providerId="ADAL" clId="{02003448-2CBC-42C7-80BD-DC4C07BEB2CD}" dt="2026-08-09T15:05:30.730" v="18"/>
        <pc:sldMkLst>
          <pc:docMk/>
          <pc:sldMk cId="0" sldId="265"/>
        </pc:sldMkLst>
      </pc:sldChg>
      <pc:sldChg chg="add ord">
        <pc:chgData name="Eyal Sadot" userId="9c57a40b-08c8-435b-851c-1854c25cf41d" providerId="ADAL" clId="{02003448-2CBC-42C7-80BD-DC4C07BEB2CD}" dt="2026-08-09T15:05:14.490" v="12"/>
        <pc:sldMkLst>
          <pc:docMk/>
          <pc:sldMk cId="0" sldId="266"/>
        </pc:sldMkLst>
      </pc:sldChg>
      <pc:sldChg chg="add ord">
        <pc:chgData name="Eyal Sadot" userId="9c57a40b-08c8-435b-851c-1854c25cf41d" providerId="ADAL" clId="{02003448-2CBC-42C7-80BD-DC4C07BEB2CD}" dt="2026-08-09T15:06:09.387" v="22"/>
        <pc:sldMkLst>
          <pc:docMk/>
          <pc:sldMk cId="0" sldId="267"/>
        </pc:sldMkLst>
      </pc:sldChg>
      <pc:sldChg chg="add ord">
        <pc:chgData name="Eyal Sadot" userId="9c57a40b-08c8-435b-851c-1854c25cf41d" providerId="ADAL" clId="{02003448-2CBC-42C7-80BD-DC4C07BEB2CD}" dt="2026-08-09T15:05:34.117" v="20"/>
        <pc:sldMkLst>
          <pc:docMk/>
          <pc:sldMk cId="0" sldId="268"/>
        </pc:sldMkLst>
      </pc:sldChg>
      <pc:sldChg chg="add">
        <pc:chgData name="Eyal Sadot" userId="9c57a40b-08c8-435b-851c-1854c25cf41d" providerId="ADAL" clId="{02003448-2CBC-42C7-80BD-DC4C07BEB2CD}" dt="2026-08-09T15:05:00.075" v="10"/>
        <pc:sldMkLst>
          <pc:docMk/>
          <pc:sldMk cId="0" sldId="269"/>
        </pc:sldMkLst>
      </pc:sldChg>
      <pc:sldChg chg="modSp add mod">
        <pc:chgData name="Eyal Sadot" userId="9c57a40b-08c8-435b-851c-1854c25cf41d" providerId="ADAL" clId="{02003448-2CBC-42C7-80BD-DC4C07BEB2CD}" dt="2026-08-09T15:08:49.456" v="31" actId="732"/>
        <pc:sldMkLst>
          <pc:docMk/>
          <pc:sldMk cId="0" sldId="270"/>
        </pc:sldMkLst>
        <pc:picChg chg="mod modCrop">
          <ac:chgData name="Eyal Sadot" userId="9c57a40b-08c8-435b-851c-1854c25cf41d" providerId="ADAL" clId="{02003448-2CBC-42C7-80BD-DC4C07BEB2CD}" dt="2026-08-09T15:08:49.132" v="30" actId="732"/>
          <ac:picMkLst>
            <pc:docMk/>
            <pc:sldMk cId="0" sldId="270"/>
            <ac:picMk id="17" creationId="{00000000-0000-0000-0000-000000000000}"/>
          </ac:picMkLst>
        </pc:picChg>
        <pc:picChg chg="mod modCrop">
          <ac:chgData name="Eyal Sadot" userId="9c57a40b-08c8-435b-851c-1854c25cf41d" providerId="ADAL" clId="{02003448-2CBC-42C7-80BD-DC4C07BEB2CD}" dt="2026-08-09T15:08:49.456" v="31" actId="732"/>
          <ac:picMkLst>
            <pc:docMk/>
            <pc:sldMk cId="0" sldId="270"/>
            <ac:picMk id="19" creationId="{00000000-0000-0000-0000-000000000000}"/>
          </ac:picMkLst>
        </pc:picChg>
      </pc:sldChg>
      <pc:sldChg chg="add del">
        <pc:chgData name="Eyal Sadot" userId="9c57a40b-08c8-435b-851c-1854c25cf41d" providerId="ADAL" clId="{02003448-2CBC-42C7-80BD-DC4C07BEB2CD}" dt="2026-08-09T15:25:38.461" v="38" actId="47"/>
        <pc:sldMkLst>
          <pc:docMk/>
          <pc:sldMk cId="0" sldId="271"/>
        </pc:sldMkLst>
      </pc:sldChg>
      <pc:sldChg chg="addSp modSp mod">
        <pc:chgData name="Eyal Sadot" userId="9c57a40b-08c8-435b-851c-1854c25cf41d" providerId="ADAL" clId="{02003448-2CBC-42C7-80BD-DC4C07BEB2CD}" dt="2026-08-09T15:08:05.124" v="27" actId="167"/>
        <pc:sldMkLst>
          <pc:docMk/>
          <pc:sldMk cId="0" sldId="274"/>
        </pc:sldMkLst>
        <pc:spChg chg="add mod ord">
          <ac:chgData name="Eyal Sadot" userId="9c57a40b-08c8-435b-851c-1854c25cf41d" providerId="ADAL" clId="{02003448-2CBC-42C7-80BD-DC4C07BEB2CD}" dt="2026-08-09T15:08:05.124" v="27" actId="167"/>
          <ac:spMkLst>
            <pc:docMk/>
            <pc:sldMk cId="0" sldId="274"/>
            <ac:spMk id="3" creationId="{AFB7070D-59E6-87F7-AF87-DC8CBD2A72E0}"/>
          </ac:spMkLst>
        </pc:spChg>
      </pc:sldChg>
      <pc:sldChg chg="ord">
        <pc:chgData name="Eyal Sadot" userId="9c57a40b-08c8-435b-851c-1854c25cf41d" providerId="ADAL" clId="{02003448-2CBC-42C7-80BD-DC4C07BEB2CD}" dt="2026-08-09T08:48:40.153" v="7"/>
        <pc:sldMkLst>
          <pc:docMk/>
          <pc:sldMk cId="0" sldId="277"/>
        </pc:sldMkLst>
      </pc:sldChg>
      <pc:sldChg chg="add">
        <pc:chgData name="Eyal Sadot" userId="9c57a40b-08c8-435b-851c-1854c25cf41d" providerId="ADAL" clId="{02003448-2CBC-42C7-80BD-DC4C07BEB2CD}" dt="2026-08-09T08:36:01.113" v="0"/>
        <pc:sldMkLst>
          <pc:docMk/>
          <pc:sldMk cId="0" sldId="286"/>
        </pc:sldMkLst>
      </pc:sldChg>
      <pc:sldChg chg="add">
        <pc:chgData name="Eyal Sadot" userId="9c57a40b-08c8-435b-851c-1854c25cf41d" providerId="ADAL" clId="{02003448-2CBC-42C7-80BD-DC4C07BEB2CD}" dt="2026-08-09T08:36:01.113" v="0"/>
        <pc:sldMkLst>
          <pc:docMk/>
          <pc:sldMk cId="0" sldId="287"/>
        </pc:sldMkLst>
      </pc:sldChg>
      <pc:sldChg chg="add ord">
        <pc:chgData name="Eyal Sadot" userId="9c57a40b-08c8-435b-851c-1854c25cf41d" providerId="ADAL" clId="{02003448-2CBC-42C7-80BD-DC4C07BEB2CD}" dt="2026-08-09T08:36:27.543" v="1"/>
        <pc:sldMkLst>
          <pc:docMk/>
          <pc:sldMk cId="0" sldId="288"/>
        </pc:sldMkLst>
      </pc:sldChg>
      <pc:sldChg chg="add">
        <pc:chgData name="Eyal Sadot" userId="9c57a40b-08c8-435b-851c-1854c25cf41d" providerId="ADAL" clId="{02003448-2CBC-42C7-80BD-DC4C07BEB2CD}" dt="2026-08-09T08:36:01.113" v="0"/>
        <pc:sldMkLst>
          <pc:docMk/>
          <pc:sldMk cId="0" sldId="289"/>
        </pc:sldMkLst>
      </pc:sldChg>
      <pc:sldChg chg="add">
        <pc:chgData name="Eyal Sadot" userId="9c57a40b-08c8-435b-851c-1854c25cf41d" providerId="ADAL" clId="{02003448-2CBC-42C7-80BD-DC4C07BEB2CD}" dt="2026-08-09T09:27:18.501" v="9"/>
        <pc:sldMkLst>
          <pc:docMk/>
          <pc:sldMk cId="0" sldId="290"/>
        </pc:sldMkLst>
      </pc:sldChg>
      <pc:sldChg chg="add">
        <pc:chgData name="Eyal Sadot" userId="9c57a40b-08c8-435b-851c-1854c25cf41d" providerId="ADAL" clId="{02003448-2CBC-42C7-80BD-DC4C07BEB2CD}" dt="2026-08-09T15:05:00.075" v="10"/>
        <pc:sldMkLst>
          <pc:docMk/>
          <pc:sldMk cId="0" sldId="291"/>
        </pc:sldMkLst>
      </pc:sldChg>
      <pc:sldChg chg="modSp add mod">
        <pc:chgData name="Eyal Sadot" userId="9c57a40b-08c8-435b-851c-1854c25cf41d" providerId="ADAL" clId="{02003448-2CBC-42C7-80BD-DC4C07BEB2CD}" dt="2026-08-09T15:07:29.397" v="24" actId="14100"/>
        <pc:sldMkLst>
          <pc:docMk/>
          <pc:sldMk cId="0" sldId="292"/>
        </pc:sldMkLst>
        <pc:spChg chg="mod">
          <ac:chgData name="Eyal Sadot" userId="9c57a40b-08c8-435b-851c-1854c25cf41d" providerId="ADAL" clId="{02003448-2CBC-42C7-80BD-DC4C07BEB2CD}" dt="2026-08-09T15:07:29.397" v="24" actId="14100"/>
          <ac:spMkLst>
            <pc:docMk/>
            <pc:sldMk cId="0" sldId="292"/>
            <ac:spMk id="10" creationId="{00000000-0000-0000-0000-000000000000}"/>
          </ac:spMkLst>
        </pc:spChg>
      </pc:sldChg>
      <pc:sldChg chg="addSp modSp add del mod setBg">
        <pc:chgData name="Eyal Sadot" userId="9c57a40b-08c8-435b-851c-1854c25cf41d" providerId="ADAL" clId="{02003448-2CBC-42C7-80BD-DC4C07BEB2CD}" dt="2026-08-09T15:25:47.452" v="40" actId="47"/>
        <pc:sldMkLst>
          <pc:docMk/>
          <pc:sldMk cId="0" sldId="293"/>
        </pc:sldMkLst>
        <pc:picChg chg="add mod">
          <ac:chgData name="Eyal Sadot" userId="9c57a40b-08c8-435b-851c-1854c25cf41d" providerId="ADAL" clId="{02003448-2CBC-42C7-80BD-DC4C07BEB2CD}" dt="2026-08-09T15:25:24.337" v="37" actId="1076"/>
          <ac:picMkLst>
            <pc:docMk/>
            <pc:sldMk cId="0" sldId="293"/>
            <ac:picMk id="3" creationId="{FFC91239-A223-E446-D711-F089873F7134}"/>
          </ac:picMkLst>
        </pc:picChg>
      </pc:sldChg>
      <pc:sldChg chg="add">
        <pc:chgData name="Eyal Sadot" userId="9c57a40b-08c8-435b-851c-1854c25cf41d" providerId="ADAL" clId="{02003448-2CBC-42C7-80BD-DC4C07BEB2CD}" dt="2026-08-09T15:24:38.428" v="34"/>
        <pc:sldMkLst>
          <pc:docMk/>
          <pc:sldMk cId="0" sldId="294"/>
        </pc:sldMkLst>
      </pc:sldChg>
      <pc:sldChg chg="add del">
        <pc:chgData name="Eyal Sadot" userId="9c57a40b-08c8-435b-851c-1854c25cf41d" providerId="ADAL" clId="{02003448-2CBC-42C7-80BD-DC4C07BEB2CD}" dt="2026-08-09T15:25:45.227" v="39" actId="47"/>
        <pc:sldMkLst>
          <pc:docMk/>
          <pc:sldMk cId="0"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28416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24545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3655D5-7B76-BDB2-D9B2-433ECE4B24D1}"/>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C163DF22-3979-AEED-67F9-FFA6CD8B4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FDF4C6B0-6865-9368-4A2A-5F992B973D8B}"/>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C91AE897-159A-FE08-2B04-BEA2D209F8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42E9A4F-16BB-D175-FAA5-3926D3C0033E}"/>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817498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442998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B75F83-BCB1-4B12-A816-9BFA8C0D45F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C5416C64-EEAC-E597-C67C-862853125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76EB92B-E76E-FBAB-C215-1FC745F3AA25}"/>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AC925C5-1874-EC92-1041-5CB03A9712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744C32C-730C-AAA6-1858-8CFC9B043813}"/>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52813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961AAB-9C72-2379-0782-0BA4AD4A4E7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77F69A76-C002-A3EA-DCCD-1FABDD769BF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82C4C56E-D457-2853-96BA-3127F904DB7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B0DEA4C6-3BF0-4249-2C99-647166635D3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6455BA81-6A9D-13D2-A593-7A87C28EB78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122330C-FF64-3101-BE69-02E15C63124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504571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5C1FAC-5FF4-0B59-4531-3DD3B20D97D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2B1611AB-ABBA-DA78-AB2E-3CD2D420A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78590BE-75B3-1AD8-1BA7-297B072F5A7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A85205DA-C2D3-42C8-876B-BE88FEC67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BBE61D1-0D81-A7BF-82F1-8C9AACAE800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BE35E78D-9F79-340D-2AFF-FC6C7F03613C}"/>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8" name="מציין מיקום של כותרת תחתונה 7">
            <a:extLst>
              <a:ext uri="{FF2B5EF4-FFF2-40B4-BE49-F238E27FC236}">
                <a16:creationId xmlns:a16="http://schemas.microsoft.com/office/drawing/2014/main" id="{9CB09053-5BDF-1BC5-0BB4-09B3C7D8355D}"/>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2ADDDC0-B589-4E9A-8A3E-2F1BCBFAB7F9}"/>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680246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BF8E03-04EC-D433-5A50-C8DBBEF2DDF8}"/>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80D2DE77-9B1D-A8F6-39F2-83AB364C84E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4" name="מציין מיקום של כותרת תחתונה 3">
            <a:extLst>
              <a:ext uri="{FF2B5EF4-FFF2-40B4-BE49-F238E27FC236}">
                <a16:creationId xmlns:a16="http://schemas.microsoft.com/office/drawing/2014/main" id="{76EB72B3-36E6-629C-E1BB-B7FE2C080499}"/>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49DA9D9B-DDFF-886C-E62B-5016B02FA06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58951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3C9AF8F-1C68-F68D-8E47-5099453F8B24}"/>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3" name="מציין מיקום של כותרת תחתונה 2">
            <a:extLst>
              <a:ext uri="{FF2B5EF4-FFF2-40B4-BE49-F238E27FC236}">
                <a16:creationId xmlns:a16="http://schemas.microsoft.com/office/drawing/2014/main" id="{A8C2006C-C864-1BCA-350D-776A6C90DB05}"/>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B80805E-A7D9-59B1-F7FE-DB493EB7E825}"/>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1590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B6E9FD-BDCA-8615-5C76-9AE4554849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9BEE56B-884A-FF20-6F16-78E1FFA482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1318CFB7-7D0E-5FF6-195E-0D12C73D7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A9EA98F-4AB6-617B-0ACB-46F84A97ADE2}"/>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B5323F00-1778-747D-4CA3-7BE566ED1AE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2B465A2-907D-FB84-6055-CBFCE4DE316C}"/>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16053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FA106A-289E-871F-F5F5-8CC8CADFDC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BEA8EC99-AB5D-08CE-C63E-479D1F26A8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BB75CA46-2A8A-A500-73E6-574585B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9CE62B9-52EE-063D-A438-9E61AE1518C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AA824396-F9DB-75DA-33C9-2B779900C1D4}"/>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C378360-5782-0A4E-2B7D-485BDFF835B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4114539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DEF039-C6BC-A819-D595-4A20803C28B3}"/>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03D74BD-55F5-0C77-6FD9-0CF39A901E5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5DAA8960-576B-9503-F8FD-760E173FB6A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6A77FD7E-A75B-13CC-CDBB-C7134997A07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3E207FB3-3023-8836-8CD2-AEE0C530BD50}"/>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991567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133AF92A-CF65-F8BD-9C54-9BD4A8F66AF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E3758F1-E76F-F635-23AE-297B21E242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53EEDB9-1BD2-CF0C-1B70-668C29D410A6}"/>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C81EF60-A0DC-1B56-1082-11B50107110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74F17FA-932C-6CCC-0DA8-3922C316EA71}"/>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2800882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DF0BBCCB-73E7-59B5-1FA6-454B65360E3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956500C-A04C-EC5C-FB8B-FB20266DF7A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44FF6E-D523-BBE0-054B-C69A1CA7934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E3201DA7-8EE9-7183-0C56-4477E252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A915B221-736A-9F3F-D305-29A35AB23C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E15F64-39BB-45C3-BBE5-65357DD70B42}" type="slidenum">
              <a:rPr lang="en-IL" smtClean="0"/>
              <a:t>‹#›</a:t>
            </a:fld>
            <a:endParaRPr lang="en-IL"/>
          </a:p>
        </p:txBody>
      </p:sp>
    </p:spTree>
    <p:extLst>
      <p:ext uri="{BB962C8B-B14F-4D97-AF65-F5344CB8AC3E}">
        <p14:creationId xmlns:p14="http://schemas.microsoft.com/office/powerpoint/2010/main" val="282525317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3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genushield.png"/><Relationship Id="rId11" Type="http://schemas.openxmlformats.org/officeDocument/2006/relationships/image" Target="../media/image8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genushield.png"/><Relationship Id="rId11" Type="http://schemas.openxmlformats.org/officeDocument/2006/relationships/image" Target="../media/image8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spinashield.png"/><Relationship Id="rId11" Type="http://schemas.openxmlformats.org/officeDocument/2006/relationships/image" Target="../media/image8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taluair.png"/><Relationship Id="rId11" Type="http://schemas.openxmlformats.org/officeDocument/2006/relationships/image" Target="../media/image87.png"/></Relationships>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sp>
        <p:nvSpPr>
          <p:cNvPr id="11" name="TextBox 11"/>
          <p:cNvSpPr txBox="1"/>
          <p:nvPr/>
        </p:nvSpPr>
        <p:spPr>
          <a:xfrm>
            <a:off x="914400" y="685800"/>
            <a:ext cx="4000000"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400" normalizeH="0" baseline="0" noProof="0" dirty="0">
                <a:ln>
                  <a:noFill/>
                </a:ln>
                <a:solidFill>
                  <a:srgbClr val="CADCFC"/>
                </a:solidFill>
                <a:effectLst/>
                <a:uLnTx/>
                <a:uFillTx/>
                <a:latin typeface="Arial"/>
                <a:ea typeface="+mn-ea"/>
                <a:cs typeface="+mn-cs"/>
              </a:rPr>
              <a:t>URIEL</a:t>
            </a:r>
          </a:p>
        </p:txBody>
      </p:sp>
      <p:sp>
        <p:nvSpPr>
          <p:cNvPr id="12" name="Frame"/>
          <p:cNvSpPr/>
          <p:nvPr/>
        </p:nvSpPr>
        <p:spPr>
          <a:xfrm>
            <a:off x="914400" y="1600200"/>
            <a:ext cx="10363200" cy="2971800"/>
          </a:xfrm>
          <a:prstGeom prst="snip1Rect">
            <a:avLst>
              <a:gd name="adj" fmla="val 7402"/>
            </a:avLst>
          </a:prstGeom>
          <a:noFill/>
          <a:ln w="28575">
            <a:solidFill>
              <a:srgbClr val="FFD500"/>
            </a:solidFill>
          </a:ln>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13" name="TextBox 13"/>
          <p:cNvSpPr txBox="1"/>
          <p:nvPr/>
        </p:nvSpPr>
        <p:spPr>
          <a:xfrm>
            <a:off x="1514400" y="2500200"/>
            <a:ext cx="9163200" cy="12000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D500"/>
                </a:solidFill>
                <a:effectLst/>
                <a:uLnTx/>
                <a:uFillTx/>
                <a:latin typeface="Arial"/>
                <a:ea typeface="+mn-ea"/>
                <a:cs typeface="+mn-cs"/>
              </a:rPr>
              <a:t>SHIELD SERIES</a:t>
            </a:r>
          </a:p>
        </p:txBody>
      </p:sp>
      <p:sp>
        <p:nvSpPr>
          <p:cNvPr id="14" name="TextBox 14"/>
          <p:cNvSpPr txBox="1"/>
          <p:nvPr/>
        </p:nvSpPr>
        <p:spPr>
          <a:xfrm>
            <a:off x="1514400" y="3500200"/>
            <a:ext cx="9163200" cy="5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00" normalizeH="0" baseline="0" noProof="0" dirty="0">
                <a:ln>
                  <a:noFill/>
                </a:ln>
                <a:solidFill>
                  <a:srgbClr val="FFFFFF"/>
                </a:solidFill>
                <a:effectLst/>
                <a:uLnTx/>
                <a:uFillTx/>
                <a:latin typeface="Arial"/>
                <a:ea typeface="+mn-ea"/>
                <a:cs typeface="+mn-cs"/>
              </a:rPr>
              <a:t>INNOVATIVE ORTHOPEDIC SUPPORT</a:t>
            </a:r>
          </a:p>
        </p:txBody>
      </p:sp>
      <p:pic>
        <p:nvPicPr>
          <p:cNvPr id="15" name="Footer"/>
          <p:cNvPicPr>
            <a:picLocks noChangeAspect="1"/>
          </p:cNvPicPr>
          <p:nvPr/>
        </p:nvPicPr>
        <p:blipFill>
          <a:blip r:embed="rId2"/>
          <a:stretch>
            <a:fillRect/>
          </a:stretch>
        </p:blipFill>
        <p:spPr>
          <a:xfrm>
            <a:off x="0" y="6222492"/>
            <a:ext cx="12191695" cy="49523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pic>
        <p:nvPicPr>
          <p:cNvPr id="101" name="GenuShield Product"/>
          <p:cNvPicPr>
            <a:picLocks noChangeAspect="1"/>
          </p:cNvPicPr>
          <p:nvPr/>
        </p:nvPicPr>
        <p:blipFill>
          <a:blip r:embed="rId10"/>
          <a:stretch>
            <a:fillRect/>
          </a:stretch>
        </p:blipFill>
        <p:spPr>
          <a:xfrm>
            <a:off x="2050000" y="1550000"/>
            <a:ext cx="2616784" cy="3900000"/>
          </a:xfrm>
          <a:prstGeom prst="rect">
            <a:avLst/>
          </a:prstGeom>
        </p:spPr>
      </p:pic>
      <p:sp>
        <p:nvSpPr>
          <p:cNvPr id="102" name="Oval"/>
          <p:cNvSpPr/>
          <p:nvPr/>
        </p:nvSpPr>
        <p:spPr>
          <a:xfrm>
            <a:off x="2005000" y="2285000"/>
            <a:ext cx="90000" cy="90000"/>
          </a:xfrm>
          <a:prstGeom prst="ellipse">
            <a:avLst/>
          </a:prstGeom>
          <a:noFill/>
          <a:ln w="15000">
            <a:solidFill>
              <a:srgbClr val="FFFFFF"/>
            </a:solidFill>
          </a:ln>
        </p:spPr>
        <p:txBody>
          <a:bodyPr/>
          <a:lstStyle/>
          <a:p>
            <a:pPr>
              <a:buNone/>
            </a:pPr>
            <a:endParaRPr lang="en-US"/>
          </a:p>
        </p:txBody>
      </p:sp>
      <p:sp>
        <p:nvSpPr>
          <p:cNvPr id="103" name="Oval"/>
          <p:cNvSpPr/>
          <p:nvPr/>
        </p:nvSpPr>
        <p:spPr>
          <a:xfrm>
            <a:off x="1675000" y="2265000"/>
            <a:ext cx="130000" cy="130000"/>
          </a:xfrm>
          <a:prstGeom prst="ellipse">
            <a:avLst/>
          </a:prstGeom>
          <a:solidFill>
            <a:srgbClr val="FFD500"/>
          </a:solidFill>
          <a:ln>
            <a:noFill/>
          </a:ln>
        </p:spPr>
        <p:txBody>
          <a:bodyPr/>
          <a:lstStyle/>
          <a:p>
            <a:pPr>
              <a:buNone/>
            </a:pPr>
            <a:endParaRPr lang="en-US"/>
          </a:p>
        </p:txBody>
      </p:sp>
      <p:cxnSp>
        <p:nvCxnSpPr>
          <p:cNvPr id="104" name="Line"/>
          <p:cNvCxnSpPr/>
          <p:nvPr/>
        </p:nvCxnSpPr>
        <p:spPr>
          <a:xfrm flipH="0" flipV="0">
            <a:off x="1805000" y="2330000"/>
            <a:ext cx="200000"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TextBox 105"/>
          <p:cNvSpPr txBox="1"/>
          <p:nvPr/>
        </p:nvSpPr>
        <p:spPr>
          <a:xfrm>
            <a:off x="60000" y="2020000"/>
            <a:ext cx="1560000" cy="620000"/>
          </a:xfrm>
          <a:prstGeom prst="rect">
            <a:avLst/>
          </a:prstGeom>
          <a:noFill/>
          <a:ln>
            <a:noFill/>
          </a:ln>
        </p:spPr>
        <p:txBody>
          <a:bodyPr wrap="square" lIns="0" tIns="0" rIns="0" bIns="0" rtlCol="0" anchor="ctr">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Flexible Joint Support</a:t>
            </a:r>
          </a:p>
          <a:p>
            <a:pPr marL="0" marR="0" lvl="0" indent="0" algn="r" defTabSz="914400" rtl="0" eaLnBrk="1" fontAlgn="auto" latinLnBrk="0" hangingPunct="1">
              <a:lnSpc>
                <a:spcPct val="115000"/>
              </a:lnSpc>
              <a:spcBef>
                <a:spcPts val="200"/>
              </a:spcBef>
              <a:spcAft>
                <a:spcPts val="0"/>
              </a:spcAft>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Double-sided spiral stays reduce pain, swelling &amp; enhance mobility.</a:t>
            </a:r>
          </a:p>
        </p:txBody>
      </p:sp>
      <p:sp>
        <p:nvSpPr>
          <p:cNvPr id="106" name="Oval"/>
          <p:cNvSpPr/>
          <p:nvPr/>
        </p:nvSpPr>
        <p:spPr>
          <a:xfrm>
            <a:off x="2005000" y="4430000"/>
            <a:ext cx="90000" cy="90000"/>
          </a:xfrm>
          <a:prstGeom prst="ellipse">
            <a:avLst/>
          </a:prstGeom>
          <a:noFill/>
          <a:ln w="15000">
            <a:solidFill>
              <a:srgbClr val="FFFFFF"/>
            </a:solidFill>
          </a:ln>
        </p:spPr>
        <p:txBody>
          <a:bodyPr/>
          <a:lstStyle/>
          <a:p>
            <a:pPr>
              <a:buNone/>
            </a:pPr>
            <a:endParaRPr lang="en-US"/>
          </a:p>
        </p:txBody>
      </p:sp>
      <p:sp>
        <p:nvSpPr>
          <p:cNvPr id="107" name="Oval"/>
          <p:cNvSpPr/>
          <p:nvPr/>
        </p:nvSpPr>
        <p:spPr>
          <a:xfrm>
            <a:off x="1675000" y="4410000"/>
            <a:ext cx="130000" cy="130000"/>
          </a:xfrm>
          <a:prstGeom prst="ellipse">
            <a:avLst/>
          </a:prstGeom>
          <a:solidFill>
            <a:srgbClr val="FFD500"/>
          </a:solidFill>
          <a:ln>
            <a:noFill/>
          </a:ln>
        </p:spPr>
        <p:txBody>
          <a:bodyPr/>
          <a:lstStyle/>
          <a:p>
            <a:pPr>
              <a:buNone/>
            </a:pPr>
            <a:endParaRPr lang="en-US"/>
          </a:p>
        </p:txBody>
      </p:sp>
      <p:cxnSp>
        <p:nvCxnSpPr>
          <p:cNvPr id="108" name="Line"/>
          <p:cNvCxnSpPr/>
          <p:nvPr/>
        </p:nvCxnSpPr>
        <p:spPr>
          <a:xfrm flipH="0" flipV="0">
            <a:off x="1805000" y="4475000"/>
            <a:ext cx="200000"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9" name="TextBox 109"/>
          <p:cNvSpPr txBox="1"/>
          <p:nvPr/>
        </p:nvSpPr>
        <p:spPr>
          <a:xfrm>
            <a:off x="60000" y="4165000"/>
            <a:ext cx="1560000" cy="620000"/>
          </a:xfrm>
          <a:prstGeom prst="rect">
            <a:avLst/>
          </a:prstGeom>
          <a:noFill/>
          <a:ln>
            <a:noFill/>
          </a:ln>
        </p:spPr>
        <p:txBody>
          <a:bodyPr wrap="square" lIns="0" tIns="0" rIns="0" bIns="0" rtlCol="0" anchor="ctr">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Seamless Popliteal Area</a:t>
            </a:r>
          </a:p>
          <a:p>
            <a:pPr marL="0" marR="0" lvl="0" indent="0" algn="r" defTabSz="914400" rtl="0" eaLnBrk="1" fontAlgn="auto" latinLnBrk="0" hangingPunct="1">
              <a:lnSpc>
                <a:spcPct val="115000"/>
              </a:lnSpc>
              <a:spcBef>
                <a:spcPts val="200"/>
              </a:spcBef>
              <a:spcAft>
                <a:spcPts val="0"/>
              </a:spcAft>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Prevents wrinkles &amp; enhances comfort behind the knee.</a:t>
            </a:r>
          </a:p>
        </p:txBody>
      </p:sp>
      <p:sp>
        <p:nvSpPr>
          <p:cNvPr id="110" name="Oval"/>
          <p:cNvSpPr/>
          <p:nvPr/>
        </p:nvSpPr>
        <p:spPr>
          <a:xfrm>
            <a:off x="4621784" y="2129000"/>
            <a:ext cx="90000" cy="90000"/>
          </a:xfrm>
          <a:prstGeom prst="ellipse">
            <a:avLst/>
          </a:prstGeom>
          <a:noFill/>
          <a:ln w="15000">
            <a:solidFill>
              <a:srgbClr val="FFFFFF"/>
            </a:solidFill>
          </a:ln>
        </p:spPr>
        <p:txBody>
          <a:bodyPr/>
          <a:lstStyle/>
          <a:p>
            <a:pPr>
              <a:buNone/>
            </a:pPr>
            <a:endParaRPr lang="en-US"/>
          </a:p>
        </p:txBody>
      </p:sp>
      <p:sp>
        <p:nvSpPr>
          <p:cNvPr id="111" name="Oval"/>
          <p:cNvSpPr/>
          <p:nvPr/>
        </p:nvSpPr>
        <p:spPr>
          <a:xfrm>
            <a:off x="4835000" y="2109000"/>
            <a:ext cx="130000" cy="130000"/>
          </a:xfrm>
          <a:prstGeom prst="ellipse">
            <a:avLst/>
          </a:prstGeom>
          <a:solidFill>
            <a:srgbClr val="FFD500"/>
          </a:solidFill>
          <a:ln>
            <a:noFill/>
          </a:ln>
        </p:spPr>
        <p:txBody>
          <a:bodyPr/>
          <a:lstStyle/>
          <a:p>
            <a:pPr>
              <a:buNone/>
            </a:pPr>
            <a:endParaRPr lang="en-US"/>
          </a:p>
        </p:txBody>
      </p:sp>
      <p:cxnSp>
        <p:nvCxnSpPr>
          <p:cNvPr id="112" name="Line"/>
          <p:cNvCxnSpPr/>
          <p:nvPr/>
        </p:nvCxnSpPr>
        <p:spPr>
          <a:xfrm flipH="0" flipV="0">
            <a:off x="4711784" y="2174000"/>
            <a:ext cx="123216"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13" name="TextBox 113"/>
          <p:cNvSpPr txBox="1"/>
          <p:nvPr/>
        </p:nvSpPr>
        <p:spPr>
          <a:xfrm>
            <a:off x="5000000" y="1864000"/>
            <a:ext cx="2350000" cy="6200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3D Breathable Knit</a:t>
            </a:r>
          </a:p>
          <a:p>
            <a:pPr marL="0" marR="0" lvl="0" indent="0" algn="l" defTabSz="914400" rtl="0" eaLnBrk="1" fontAlgn="auto" latinLnBrk="0" hangingPunct="1">
              <a:lnSpc>
                <a:spcPct val="115000"/>
              </a:lnSpc>
              <a:spcBef>
                <a:spcPts val="200"/>
              </a:spcBef>
              <a:spcAft>
                <a:spcPts val="0"/>
              </a:spcAft>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Soft, lightweight &amp; ventilated fabric for all-day comfort.</a:t>
            </a:r>
          </a:p>
        </p:txBody>
      </p:sp>
      <p:sp>
        <p:nvSpPr>
          <p:cNvPr id="114" name="Oval"/>
          <p:cNvSpPr/>
          <p:nvPr/>
        </p:nvSpPr>
        <p:spPr>
          <a:xfrm>
            <a:off x="4621784" y="4157000"/>
            <a:ext cx="90000" cy="90000"/>
          </a:xfrm>
          <a:prstGeom prst="ellipse">
            <a:avLst/>
          </a:prstGeom>
          <a:noFill/>
          <a:ln w="15000">
            <a:solidFill>
              <a:srgbClr val="FFFFFF"/>
            </a:solidFill>
          </a:ln>
        </p:spPr>
        <p:txBody>
          <a:bodyPr/>
          <a:lstStyle/>
          <a:p>
            <a:pPr>
              <a:buNone/>
            </a:pPr>
            <a:endParaRPr lang="en-US"/>
          </a:p>
        </p:txBody>
      </p:sp>
      <p:sp>
        <p:nvSpPr>
          <p:cNvPr id="115" name="Oval"/>
          <p:cNvSpPr/>
          <p:nvPr/>
        </p:nvSpPr>
        <p:spPr>
          <a:xfrm>
            <a:off x="4835000" y="4137000"/>
            <a:ext cx="130000" cy="130000"/>
          </a:xfrm>
          <a:prstGeom prst="ellipse">
            <a:avLst/>
          </a:prstGeom>
          <a:solidFill>
            <a:srgbClr val="FFD500"/>
          </a:solidFill>
          <a:ln>
            <a:noFill/>
          </a:ln>
        </p:spPr>
        <p:txBody>
          <a:bodyPr/>
          <a:lstStyle/>
          <a:p>
            <a:pPr>
              <a:buNone/>
            </a:pPr>
            <a:endParaRPr lang="en-US"/>
          </a:p>
        </p:txBody>
      </p:sp>
      <p:cxnSp>
        <p:nvCxnSpPr>
          <p:cNvPr id="116" name="Line"/>
          <p:cNvCxnSpPr/>
          <p:nvPr/>
        </p:nvCxnSpPr>
        <p:spPr>
          <a:xfrm flipH="0" flipV="0">
            <a:off x="4711784" y="4202000"/>
            <a:ext cx="123216"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17" name="TextBox 117"/>
          <p:cNvSpPr txBox="1"/>
          <p:nvPr/>
        </p:nvSpPr>
        <p:spPr>
          <a:xfrm>
            <a:off x="5000000" y="3892000"/>
            <a:ext cx="2350000" cy="6200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1" i="0" u="none" strike="noStrike" kern="1200" cap="none" spc="0" normalizeH="0" baseline="0" noProof="0" dirty="0">
                <a:ln>
                  <a:noFill/>
                </a:ln>
                <a:solidFill>
                  <a:srgbClr val="FFFFFF"/>
                </a:solidFill>
                <a:effectLst/>
                <a:uLnTx/>
                <a:uFillTx/>
                <a:latin typeface="Arial"/>
                <a:ea typeface="+mn-ea"/>
                <a:cs typeface="+mn-cs"/>
              </a:rPr>
              <a:t>TPE Gel Patella Ring Pad</a:t>
            </a:r>
          </a:p>
          <a:p>
            <a:pPr marL="0" marR="0" lvl="0" indent="0" algn="l" defTabSz="914400" rtl="0" eaLnBrk="1" fontAlgn="auto" latinLnBrk="0" hangingPunct="1">
              <a:lnSpc>
                <a:spcPct val="115000"/>
              </a:lnSpc>
              <a:spcBef>
                <a:spcPts val="200"/>
              </a:spcBef>
              <a:spcAft>
                <a:spcPts val="0"/>
              </a:spcAft>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Relieves pressure, supports the kneecap &amp; minimizes swelling.</a:t>
            </a:r>
          </a:p>
        </p:txBody>
      </p:sp>
      <p:sp>
        <p:nvSpPr>
          <p:cNvPr id="118" name="Frame"/>
          <p:cNvSpPr/>
          <p:nvPr/>
        </p:nvSpPr>
        <p:spPr>
          <a:xfrm>
            <a:off x="7700000" y="1199634"/>
            <a:ext cx="4200000" cy="4746378"/>
          </a:xfrm>
          <a:prstGeom prst="snip1Rect">
            <a:avLst>
              <a:gd name="adj" fmla="val 4663"/>
            </a:avLst>
          </a:prstGeom>
          <a:noFill/>
          <a:ln w="25400">
            <a:solidFill>
              <a:srgbClr val="FFD500"/>
            </a:solidFill>
          </a:ln>
        </p:spPr>
        <p:txBody>
          <a:bodyPr/>
          <a:lstStyle/>
          <a:p>
            <a:pPr marL="0" marR="0" lvl="0" indent="0" algn="r" defTabSz="914400" rtl="1" eaLnBrk="1" fontAlgn="auto" latinLnBrk="0" hangingPunct="1">
              <a:lnSpc>
                <a:spcPct val="100000"/>
              </a:lnSpc>
              <a:spcBef>
                <a:spcPts val="0"/>
              </a:spcBef>
              <a:spcAft>
                <a:spcPts val="0"/>
              </a:spcAft>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Arial"/>
            </a:endParaRPr>
          </a:p>
        </p:txBody>
      </p:sp>
      <p:sp>
        <p:nvSpPr>
          <p:cNvPr id="119" name="TextBox 119"/>
          <p:cNvSpPr txBox="1"/>
          <p:nvPr/>
        </p:nvSpPr>
        <p:spPr>
          <a:xfrm>
            <a:off x="7950000" y="1549634"/>
            <a:ext cx="3700000" cy="7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FFFF"/>
                </a:solidFill>
                <a:effectLst/>
                <a:uLnTx/>
                <a:uFillTx/>
                <a:latin typeface="Arial"/>
                <a:ea typeface="+mn-ea"/>
                <a:cs typeface="+mn-cs"/>
              </a:rPr>
              <a:t>GenuShield Knee Support</a:t>
            </a:r>
          </a:p>
        </p:txBody>
      </p:sp>
      <p:sp>
        <p:nvSpPr>
          <p:cNvPr id="120" name="TextBox 120"/>
          <p:cNvSpPr txBox="1"/>
          <p:nvPr/>
        </p:nvSpPr>
        <p:spPr>
          <a:xfrm>
            <a:off x="7950000" y="2350000"/>
            <a:ext cx="3700000" cy="1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600" b="1" i="1" u="none" strike="noStrike" kern="1200" cap="none" spc="0" normalizeH="0" baseline="0" noProof="0" dirty="0">
                <a:ln>
                  <a:noFill/>
                </a:ln>
                <a:solidFill>
                  <a:srgbClr val="FFD500"/>
                </a:solidFill>
                <a:effectLst/>
                <a:uLnTx/>
                <a:uFillTx/>
                <a:latin typeface="Arial"/>
                <a:ea typeface="+mn-ea"/>
                <a:cs typeface="+mn-cs"/>
              </a:rPr>
              <a:t>ADVANCED SUPPORT FOR STABILITY, PAIN RELIEF &amp; SWELLING REDUCTION</a:t>
            </a:r>
          </a:p>
        </p:txBody>
      </p:sp>
      <p:sp>
        <p:nvSpPr>
          <p:cNvPr id="121" name="TextBox 121"/>
          <p:cNvSpPr txBox="1"/>
          <p:nvPr/>
        </p:nvSpPr>
        <p:spPr>
          <a:xfrm>
            <a:off x="7950000" y="3950000"/>
            <a:ext cx="3700000"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0" i="1" u="none" strike="noStrike" kern="1200" cap="none" spc="0" normalizeH="0" baseline="0" noProof="0" dirty="0">
                <a:ln>
                  <a:noFill/>
                </a:ln>
                <a:solidFill>
                  <a:srgbClr val="FFFFFF"/>
                </a:solidFill>
                <a:effectLst/>
                <a:uLnTx/>
                <a:uFillTx/>
                <a:latin typeface="Calibri"/>
                <a:ea typeface="+mn-ea"/>
                <a:cs typeface="+mn-cs"/>
              </a:rPr>
              <a:t>With flexible stays &amp; gel pad</a:t>
            </a:r>
          </a:p>
        </p:txBody>
      </p:sp>
      <p:pic>
        <p:nvPicPr>
          <p:cNvPr id="122" name="Footer"/>
          <p:cNvPicPr>
            <a:picLocks noChangeAspect="1"/>
          </p:cNvPicPr>
          <p:nvPr/>
        </p:nvPicPr>
        <p:blipFill>
          <a:blip r:embed="rId11"/>
          <a:stretch>
            <a:fillRect/>
          </a:stretch>
        </p:blipFill>
        <p:spPr>
          <a:xfrm>
            <a:off x="0" y="6222492"/>
            <a:ext cx="12191695" cy="49523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sp>
        <p:nvSpPr>
          <p:cNvPr id="123" name="TextBox 123"/>
          <p:cNvSpPr txBox="1"/>
          <p:nvPr/>
        </p:nvSpPr>
        <p:spPr>
          <a:xfrm>
            <a:off x="914400" y="685800"/>
            <a:ext cx="4000000"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600" b="1" i="0" u="none" strike="noStrike" kern="1200" cap="none" spc="400" normalizeH="0" baseline="0" noProof="0" dirty="0">
                <a:ln>
                  <a:noFill/>
                </a:ln>
                <a:solidFill>
                  <a:srgbClr val="CADCFC"/>
                </a:solidFill>
                <a:effectLst/>
                <a:uLnTx/>
                <a:uFillTx/>
                <a:latin typeface="Arial"/>
                <a:ea typeface="+mn-ea"/>
                <a:cs typeface="+mn-cs"/>
              </a:rPr>
              <a:t>URIEL</a:t>
            </a:r>
          </a:p>
        </p:txBody>
      </p:sp>
      <p:sp>
        <p:nvSpPr>
          <p:cNvPr id="124" name="TextBox 124"/>
          <p:cNvSpPr txBox="1"/>
          <p:nvPr/>
        </p:nvSpPr>
        <p:spPr>
          <a:xfrm>
            <a:off x="6000000" y="391185"/>
            <a:ext cx="5945718"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D500"/>
                </a:solidFill>
                <a:effectLst/>
                <a:uLnTx/>
                <a:uFillTx/>
                <a:latin typeface="Arial"/>
                <a:ea typeface="+mn-ea"/>
                <a:cs typeface="+mn-cs"/>
              </a:rPr>
              <a:t>GENUSHIELD KNEE SUPPORT</a:t>
            </a:r>
          </a:p>
        </p:txBody>
      </p:sp>
      <p:pic>
        <p:nvPicPr>
          <p:cNvPr id="125" name="GenuShield Product Large"/>
          <p:cNvPicPr>
            <a:picLocks noChangeAspect="1"/>
          </p:cNvPicPr>
          <p:nvPr/>
        </p:nvPicPr>
        <p:blipFill>
          <a:blip r:embed="rId10"/>
          <a:stretch>
            <a:fillRect/>
          </a:stretch>
        </p:blipFill>
        <p:spPr>
          <a:xfrm>
            <a:off x="4552768" y="1300000"/>
            <a:ext cx="3086463" cy="4600000"/>
          </a:xfrm>
          <a:prstGeom prst="rect">
            <a:avLst/>
          </a:prstGeom>
        </p:spPr>
      </p:pic>
      <p:sp>
        <p:nvSpPr>
          <p:cNvPr id="126" name="Oval"/>
          <p:cNvSpPr/>
          <p:nvPr/>
        </p:nvSpPr>
        <p:spPr>
          <a:xfrm>
            <a:off x="4507768" y="2083000"/>
            <a:ext cx="90000" cy="90000"/>
          </a:xfrm>
          <a:prstGeom prst="ellipse">
            <a:avLst/>
          </a:prstGeom>
          <a:noFill/>
          <a:ln w="15000">
            <a:solidFill>
              <a:srgbClr val="FFFFFF"/>
            </a:solidFill>
          </a:ln>
        </p:spPr>
        <p:txBody>
          <a:bodyPr/>
          <a:lstStyle/>
          <a:p>
            <a:pPr>
              <a:buNone/>
            </a:pPr>
            <a:endParaRPr lang="en-US"/>
          </a:p>
        </p:txBody>
      </p:sp>
      <p:sp>
        <p:nvSpPr>
          <p:cNvPr id="127" name="Oval"/>
          <p:cNvSpPr/>
          <p:nvPr/>
        </p:nvSpPr>
        <p:spPr>
          <a:xfrm>
            <a:off x="3235000" y="2063000"/>
            <a:ext cx="130000" cy="130000"/>
          </a:xfrm>
          <a:prstGeom prst="ellipse">
            <a:avLst/>
          </a:prstGeom>
          <a:solidFill>
            <a:srgbClr val="FFD500"/>
          </a:solidFill>
          <a:ln>
            <a:noFill/>
          </a:ln>
        </p:spPr>
        <p:txBody>
          <a:bodyPr/>
          <a:lstStyle/>
          <a:p>
            <a:pPr>
              <a:buNone/>
            </a:pPr>
            <a:endParaRPr lang="en-US"/>
          </a:p>
        </p:txBody>
      </p:sp>
      <p:cxnSp>
        <p:nvCxnSpPr>
          <p:cNvPr id="128" name="Line"/>
          <p:cNvCxnSpPr/>
          <p:nvPr/>
        </p:nvCxnSpPr>
        <p:spPr>
          <a:xfrm flipH="0" flipV="0">
            <a:off x="3365000" y="2128000"/>
            <a:ext cx="1142768"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9" name="TextBox 129"/>
          <p:cNvSpPr txBox="1"/>
          <p:nvPr/>
        </p:nvSpPr>
        <p:spPr>
          <a:xfrm>
            <a:off x="500000" y="1818000"/>
            <a:ext cx="2600000" cy="620000"/>
          </a:xfrm>
          <a:prstGeom prst="rect">
            <a:avLst/>
          </a:prstGeom>
          <a:noFill/>
          <a:ln>
            <a:noFill/>
          </a:ln>
        </p:spPr>
        <p:txBody>
          <a:bodyPr wrap="square" lIns="0" tIns="0" rIns="0" bIns="0" rtlCol="0" anchor="ctr">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Flexible Joint Support</a:t>
            </a:r>
          </a:p>
          <a:p>
            <a:pPr marL="0" marR="0" lvl="0" indent="0" algn="r" defTabSz="914400" rtl="0" eaLnBrk="1" fontAlgn="auto" latinLnBrk="0" hangingPunct="1">
              <a:lnSpc>
                <a:spcPct val="115000"/>
              </a:lnSpc>
              <a:spcBef>
                <a:spcPts val="200"/>
              </a:spcBef>
              <a:spcAft>
                <a:spcPts val="0"/>
              </a:spcAft>
              <a:buNone/>
              <a:tabLst/>
              <a:defRPr/>
            </a:pPr>
            <a:r>
              <a:rPr kumimoji="0" lang="en-US" sz="1300" b="0" i="0" u="none" strike="noStrike" kern="1200" cap="none" spc="0" normalizeH="0" baseline="0" noProof="0" dirty="0">
                <a:ln>
                  <a:noFill/>
                </a:ln>
                <a:solidFill>
                  <a:srgbClr val="FFFFFF"/>
                </a:solidFill>
                <a:effectLst/>
                <a:uLnTx/>
                <a:uFillTx/>
                <a:latin typeface="Calibri"/>
                <a:ea typeface="+mn-ea"/>
                <a:cs typeface="+mn-cs"/>
              </a:rPr>
              <a:t>Double-sided spiral stays reduce pain, swelling &amp; enhance mobility.</a:t>
            </a:r>
          </a:p>
        </p:txBody>
      </p:sp>
      <p:sp>
        <p:nvSpPr>
          <p:cNvPr id="130" name="Oval"/>
          <p:cNvSpPr/>
          <p:nvPr/>
        </p:nvSpPr>
        <p:spPr>
          <a:xfrm>
            <a:off x="4507768" y="4475000"/>
            <a:ext cx="90000" cy="90000"/>
          </a:xfrm>
          <a:prstGeom prst="ellipse">
            <a:avLst/>
          </a:prstGeom>
          <a:noFill/>
          <a:ln w="15000">
            <a:solidFill>
              <a:srgbClr val="FFFFFF"/>
            </a:solidFill>
          </a:ln>
        </p:spPr>
        <p:txBody>
          <a:bodyPr/>
          <a:lstStyle/>
          <a:p>
            <a:pPr>
              <a:buNone/>
            </a:pPr>
            <a:endParaRPr lang="en-US"/>
          </a:p>
        </p:txBody>
      </p:sp>
      <p:sp>
        <p:nvSpPr>
          <p:cNvPr id="131" name="Oval"/>
          <p:cNvSpPr/>
          <p:nvPr/>
        </p:nvSpPr>
        <p:spPr>
          <a:xfrm>
            <a:off x="3235000" y="4455000"/>
            <a:ext cx="130000" cy="130000"/>
          </a:xfrm>
          <a:prstGeom prst="ellipse">
            <a:avLst/>
          </a:prstGeom>
          <a:solidFill>
            <a:srgbClr val="FFD500"/>
          </a:solidFill>
          <a:ln>
            <a:noFill/>
          </a:ln>
        </p:spPr>
        <p:txBody>
          <a:bodyPr/>
          <a:lstStyle/>
          <a:p>
            <a:pPr>
              <a:buNone/>
            </a:pPr>
            <a:endParaRPr lang="en-US"/>
          </a:p>
        </p:txBody>
      </p:sp>
      <p:cxnSp>
        <p:nvCxnSpPr>
          <p:cNvPr id="132" name="Line"/>
          <p:cNvCxnSpPr/>
          <p:nvPr/>
        </p:nvCxnSpPr>
        <p:spPr>
          <a:xfrm flipH="0" flipV="0">
            <a:off x="3365000" y="4520000"/>
            <a:ext cx="1142768"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33" name="TextBox 133"/>
          <p:cNvSpPr txBox="1"/>
          <p:nvPr/>
        </p:nvSpPr>
        <p:spPr>
          <a:xfrm>
            <a:off x="500000" y="4210000"/>
            <a:ext cx="2600000" cy="620000"/>
          </a:xfrm>
          <a:prstGeom prst="rect">
            <a:avLst/>
          </a:prstGeom>
          <a:noFill/>
          <a:ln>
            <a:noFill/>
          </a:ln>
        </p:spPr>
        <p:txBody>
          <a:bodyPr wrap="square" lIns="0" tIns="0" rIns="0" bIns="0" rtlCol="0" anchor="ctr">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Seamless Popliteal Area</a:t>
            </a:r>
          </a:p>
          <a:p>
            <a:pPr marL="0" marR="0" lvl="0" indent="0" algn="r" defTabSz="914400" rtl="0" eaLnBrk="1" fontAlgn="auto" latinLnBrk="0" hangingPunct="1">
              <a:lnSpc>
                <a:spcPct val="115000"/>
              </a:lnSpc>
              <a:spcBef>
                <a:spcPts val="200"/>
              </a:spcBef>
              <a:spcAft>
                <a:spcPts val="0"/>
              </a:spcAft>
              <a:buNone/>
              <a:tabLst/>
              <a:defRPr/>
            </a:pPr>
            <a:r>
              <a:rPr kumimoji="0" lang="en-US" sz="1300" b="0" i="0" u="none" strike="noStrike" kern="1200" cap="none" spc="0" normalizeH="0" baseline="0" noProof="0" dirty="0">
                <a:ln>
                  <a:noFill/>
                </a:ln>
                <a:solidFill>
                  <a:srgbClr val="FFFFFF"/>
                </a:solidFill>
                <a:effectLst/>
                <a:uLnTx/>
                <a:uFillTx/>
                <a:latin typeface="Calibri"/>
                <a:ea typeface="+mn-ea"/>
                <a:cs typeface="+mn-cs"/>
              </a:rPr>
              <a:t>Prevents wrinkles &amp; enhances comfort behind the knee; engineered for pain-free movement during activity &amp; recovery.</a:t>
            </a:r>
          </a:p>
        </p:txBody>
      </p:sp>
      <p:sp>
        <p:nvSpPr>
          <p:cNvPr id="134" name="Oval"/>
          <p:cNvSpPr/>
          <p:nvPr/>
        </p:nvSpPr>
        <p:spPr>
          <a:xfrm>
            <a:off x="7594231" y="1899000"/>
            <a:ext cx="90000" cy="90000"/>
          </a:xfrm>
          <a:prstGeom prst="ellipse">
            <a:avLst/>
          </a:prstGeom>
          <a:noFill/>
          <a:ln w="15000">
            <a:solidFill>
              <a:srgbClr val="FFFFFF"/>
            </a:solidFill>
          </a:ln>
        </p:spPr>
        <p:txBody>
          <a:bodyPr/>
          <a:lstStyle/>
          <a:p>
            <a:pPr>
              <a:buNone/>
            </a:pPr>
            <a:endParaRPr lang="en-US"/>
          </a:p>
        </p:txBody>
      </p:sp>
      <p:sp>
        <p:nvSpPr>
          <p:cNvPr id="135" name="Oval"/>
          <p:cNvSpPr/>
          <p:nvPr/>
        </p:nvSpPr>
        <p:spPr>
          <a:xfrm>
            <a:off x="7735000" y="1879000"/>
            <a:ext cx="130000" cy="130000"/>
          </a:xfrm>
          <a:prstGeom prst="ellipse">
            <a:avLst/>
          </a:prstGeom>
          <a:solidFill>
            <a:srgbClr val="FFD500"/>
          </a:solidFill>
          <a:ln>
            <a:noFill/>
          </a:ln>
        </p:spPr>
        <p:txBody>
          <a:bodyPr/>
          <a:lstStyle/>
          <a:p>
            <a:pPr>
              <a:buNone/>
            </a:pPr>
            <a:endParaRPr lang="en-US"/>
          </a:p>
        </p:txBody>
      </p:sp>
      <p:cxnSp>
        <p:nvCxnSpPr>
          <p:cNvPr id="136" name="Line"/>
          <p:cNvCxnSpPr/>
          <p:nvPr/>
        </p:nvCxnSpPr>
        <p:spPr>
          <a:xfrm flipH="0" flipV="0">
            <a:off x="7684231" y="1944000"/>
            <a:ext cx="50769"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37" name="TextBox 137"/>
          <p:cNvSpPr txBox="1"/>
          <p:nvPr/>
        </p:nvSpPr>
        <p:spPr>
          <a:xfrm>
            <a:off x="7950000" y="1634000"/>
            <a:ext cx="2750000" cy="6200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3D Breathable Knit</a:t>
            </a:r>
          </a:p>
          <a:p>
            <a:pPr marL="0" marR="0" lvl="0" indent="0" algn="l" defTabSz="914400" rtl="0" eaLnBrk="1" fontAlgn="auto" latinLnBrk="0" hangingPunct="1">
              <a:lnSpc>
                <a:spcPct val="115000"/>
              </a:lnSpc>
              <a:spcBef>
                <a:spcPts val="200"/>
              </a:spcBef>
              <a:spcAft>
                <a:spcPts val="0"/>
              </a:spcAft>
              <a:buNone/>
              <a:tabLst/>
              <a:defRPr/>
            </a:pPr>
            <a:r>
              <a:rPr kumimoji="0" lang="en-US" sz="1300" b="0" i="0" u="none" strike="noStrike" kern="1200" cap="none" spc="0" normalizeH="0" baseline="0" noProof="0" dirty="0">
                <a:ln>
                  <a:noFill/>
                </a:ln>
                <a:solidFill>
                  <a:srgbClr val="FFFFFF"/>
                </a:solidFill>
                <a:effectLst/>
                <a:uLnTx/>
                <a:uFillTx/>
                <a:latin typeface="Calibri"/>
                <a:ea typeface="+mn-ea"/>
                <a:cs typeface="+mn-cs"/>
              </a:rPr>
              <a:t>Soft, lightweight &amp; ventilated fabric for all-day comfort.</a:t>
            </a:r>
          </a:p>
        </p:txBody>
      </p:sp>
      <p:sp>
        <p:nvSpPr>
          <p:cNvPr id="138" name="Oval"/>
          <p:cNvSpPr/>
          <p:nvPr/>
        </p:nvSpPr>
        <p:spPr>
          <a:xfrm>
            <a:off x="7594231" y="4199000"/>
            <a:ext cx="90000" cy="90000"/>
          </a:xfrm>
          <a:prstGeom prst="ellipse">
            <a:avLst/>
          </a:prstGeom>
          <a:noFill/>
          <a:ln w="15000">
            <a:solidFill>
              <a:srgbClr val="FFFFFF"/>
            </a:solidFill>
          </a:ln>
        </p:spPr>
        <p:txBody>
          <a:bodyPr/>
          <a:lstStyle/>
          <a:p>
            <a:pPr>
              <a:buNone/>
            </a:pPr>
            <a:endParaRPr lang="en-US"/>
          </a:p>
        </p:txBody>
      </p:sp>
      <p:sp>
        <p:nvSpPr>
          <p:cNvPr id="139" name="Oval"/>
          <p:cNvSpPr/>
          <p:nvPr/>
        </p:nvSpPr>
        <p:spPr>
          <a:xfrm>
            <a:off x="7735000" y="4179000"/>
            <a:ext cx="130000" cy="130000"/>
          </a:xfrm>
          <a:prstGeom prst="ellipse">
            <a:avLst/>
          </a:prstGeom>
          <a:solidFill>
            <a:srgbClr val="FFD500"/>
          </a:solidFill>
          <a:ln>
            <a:noFill/>
          </a:ln>
        </p:spPr>
        <p:txBody>
          <a:bodyPr/>
          <a:lstStyle/>
          <a:p>
            <a:pPr>
              <a:buNone/>
            </a:pPr>
            <a:endParaRPr lang="en-US"/>
          </a:p>
        </p:txBody>
      </p:sp>
      <p:cxnSp>
        <p:nvCxnSpPr>
          <p:cNvPr id="140" name="Line"/>
          <p:cNvCxnSpPr/>
          <p:nvPr/>
        </p:nvCxnSpPr>
        <p:spPr>
          <a:xfrm flipH="0" flipV="0">
            <a:off x="7684231" y="4244000"/>
            <a:ext cx="50769" cy="1"/>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1" name="TextBox 141"/>
          <p:cNvSpPr txBox="1"/>
          <p:nvPr/>
        </p:nvSpPr>
        <p:spPr>
          <a:xfrm>
            <a:off x="7950000" y="3934000"/>
            <a:ext cx="2750000" cy="620000"/>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400" b="1" i="0" u="none" strike="noStrike" kern="1200" cap="none" spc="0" normalizeH="0" baseline="0" noProof="0" dirty="0">
                <a:ln>
                  <a:noFill/>
                </a:ln>
                <a:solidFill>
                  <a:srgbClr val="FFFFFF"/>
                </a:solidFill>
                <a:effectLst/>
                <a:uLnTx/>
                <a:uFillTx/>
                <a:latin typeface="Arial"/>
                <a:ea typeface="+mn-ea"/>
                <a:cs typeface="+mn-cs"/>
              </a:rPr>
              <a:t>TPE Gel Patella Ring Pad</a:t>
            </a:r>
          </a:p>
          <a:p>
            <a:pPr marL="0" marR="0" lvl="0" indent="0" algn="l" defTabSz="914400" rtl="0" eaLnBrk="1" fontAlgn="auto" latinLnBrk="0" hangingPunct="1">
              <a:lnSpc>
                <a:spcPct val="115000"/>
              </a:lnSpc>
              <a:spcBef>
                <a:spcPts val="200"/>
              </a:spcBef>
              <a:spcAft>
                <a:spcPts val="0"/>
              </a:spcAft>
              <a:buNone/>
              <a:tabLst/>
              <a:defRPr/>
            </a:pPr>
            <a:r>
              <a:rPr kumimoji="0" lang="en-US" sz="1300" b="0" i="0" u="none" strike="noStrike" kern="1200" cap="none" spc="0" normalizeH="0" baseline="0" noProof="0" dirty="0">
                <a:ln>
                  <a:noFill/>
                </a:ln>
                <a:solidFill>
                  <a:srgbClr val="FFFFFF"/>
                </a:solidFill>
                <a:effectLst/>
                <a:uLnTx/>
                <a:uFillTx/>
                <a:latin typeface="Calibri"/>
                <a:ea typeface="+mn-ea"/>
                <a:cs typeface="+mn-cs"/>
              </a:rPr>
              <a:t>Relieves pressure, supports the kneecap &amp; minimizes swelling.</a:t>
            </a:r>
          </a:p>
        </p:txBody>
      </p:sp>
      <p:pic>
        <p:nvPicPr>
          <p:cNvPr id="142" name="Footer"/>
          <p:cNvPicPr>
            <a:picLocks noChangeAspect="1"/>
          </p:cNvPicPr>
          <p:nvPr/>
        </p:nvPicPr>
        <p:blipFill>
          <a:blip r:embed="rId11"/>
          <a:stretch>
            <a:fillRect/>
          </a:stretch>
        </p:blipFill>
        <p:spPr>
          <a:xfrm>
            <a:off x="0" y="6222492"/>
            <a:ext cx="12191695" cy="49523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sp>
        <p:nvSpPr>
          <p:cNvPr id="143" name="TextBox 143"/>
          <p:cNvSpPr txBox="1"/>
          <p:nvPr/>
        </p:nvSpPr>
        <p:spPr>
          <a:xfrm>
            <a:off x="7667226" y="391185"/>
            <a:ext cx="4276956" cy="469422"/>
          </a:xfrm>
          <a:prstGeom prst="rect">
            <a:avLst/>
          </a:prstGeom>
          <a:noFill/>
          <a:ln>
            <a:noFill/>
          </a:ln>
        </p:spPr>
        <p:txBody>
          <a:bodyPr wrap="square" lIns="0" tIns="0" rIns="0" bIns="0" rtlCol="0" anchor="t">
            <a:noAutofit/>
          </a:bodyPr>
          <a:lstStyle/>
          <a:p>
            <a:pPr marL="0" marR="0" lvl="0" indent="0" algn="r" defTabSz="914400" rtl="0" eaLnBrk="1" fontAlgn="auto" latinLnBrk="0" hangingPunct="1">
              <a:lnSpc>
                <a:spcPct val="115000"/>
              </a:lnSpc>
              <a:spcBef>
                <a:spcPts val="0"/>
              </a:spcBef>
              <a:spcAft>
                <a:spcPts val="0"/>
              </a:spcAft>
              <a:buNone/>
              <a:tabLst/>
              <a:defRPr/>
            </a:pPr>
            <a:r>
              <a:rPr kumimoji="0" lang="en-US" sz="2200" b="1" i="1" u="none" strike="noStrike" kern="1200" cap="none" spc="0" normalizeH="0" baseline="0" noProof="0" dirty="0">
                <a:ln>
                  <a:noFill/>
                </a:ln>
                <a:solidFill>
                  <a:srgbClr val="FFD500"/>
                </a:solidFill>
                <a:effectLst/>
                <a:uLnTx/>
                <a:uFillTx/>
                <a:latin typeface="Arial"/>
                <a:ea typeface="+mn-ea"/>
                <a:cs typeface="+mn-cs"/>
              </a:rPr>
              <a:t>POSTURE CARE</a:t>
            </a:r>
          </a:p>
        </p:txBody>
      </p:sp>
      <p:pic>
        <p:nvPicPr>
          <p:cNvPr id="144" name="SpinaShield Product"/>
          <p:cNvPicPr>
            <a:picLocks noChangeAspect="1"/>
          </p:cNvPicPr>
          <p:nvPr/>
        </p:nvPicPr>
        <p:blipFill>
          <a:blip r:embed="rId10"/>
          <a:stretch>
            <a:fillRect/>
          </a:stretch>
        </p:blipFill>
        <p:spPr>
          <a:xfrm>
            <a:off x="2126623" y="950000"/>
            <a:ext cx="3413980" cy="4950000"/>
          </a:xfrm>
          <a:prstGeom prst="rect">
            <a:avLst/>
          </a:prstGeom>
        </p:spPr>
      </p:pic>
      <p:sp>
        <p:nvSpPr>
          <p:cNvPr id="145" name="Frame"/>
          <p:cNvSpPr/>
          <p:nvPr/>
        </p:nvSpPr>
        <p:spPr>
          <a:xfrm>
            <a:off x="7667226" y="1199634"/>
            <a:ext cx="3859692" cy="4746378"/>
          </a:xfrm>
          <a:prstGeom prst="snip1Rect">
            <a:avLst>
              <a:gd name="adj" fmla="val 4663"/>
            </a:avLst>
          </a:prstGeom>
          <a:noFill/>
          <a:ln w="25400">
            <a:solidFill>
              <a:srgbClr val="FFD500"/>
            </a:solidFill>
          </a:ln>
        </p:spPr>
        <p:txBody>
          <a:bodyPr/>
          <a:lstStyle/>
          <a:p>
            <a:pPr marL="0" marR="0" lvl="0" indent="0" algn="r" defTabSz="914400" rtl="1" eaLnBrk="1" fontAlgn="auto" latinLnBrk="0" hangingPunct="1">
              <a:lnSpc>
                <a:spcPct val="100000"/>
              </a:lnSpc>
              <a:spcBef>
                <a:spcPts val="0"/>
              </a:spcBef>
              <a:spcAft>
                <a:spcPts val="0"/>
              </a:spcAft>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Arial"/>
            </a:endParaRPr>
          </a:p>
        </p:txBody>
      </p:sp>
      <p:sp>
        <p:nvSpPr>
          <p:cNvPr id="146" name="TextBox 146"/>
          <p:cNvSpPr txBox="1"/>
          <p:nvPr/>
        </p:nvSpPr>
        <p:spPr>
          <a:xfrm>
            <a:off x="7928016" y="1440000"/>
            <a:ext cx="3442428" cy="9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FFFF"/>
                </a:solidFill>
                <a:effectLst/>
                <a:uLnTx/>
                <a:uFillTx/>
                <a:latin typeface="Arial"/>
                <a:ea typeface="+mn-ea"/>
                <a:cs typeface="+mn-cs"/>
              </a:rPr>
              <a:t>SpinaShield</a:t>
            </a:r>
          </a:p>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FFFF"/>
                </a:solidFill>
                <a:effectLst/>
                <a:uLnTx/>
                <a:uFillTx/>
                <a:latin typeface="Arial"/>
                <a:ea typeface="+mn-ea"/>
                <a:cs typeface="+mn-cs"/>
              </a:rPr>
              <a:t>Posture Corrector Belt</a:t>
            </a:r>
          </a:p>
        </p:txBody>
      </p:sp>
      <p:sp>
        <p:nvSpPr>
          <p:cNvPr id="147" name="TextBox 147"/>
          <p:cNvSpPr txBox="1"/>
          <p:nvPr/>
        </p:nvSpPr>
        <p:spPr>
          <a:xfrm>
            <a:off x="7928016" y="2470000"/>
            <a:ext cx="3442428"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1" i="1" u="none" strike="noStrike" kern="1200" cap="none" spc="0" normalizeH="0" baseline="0" noProof="0" dirty="0">
                <a:ln>
                  <a:noFill/>
                </a:ln>
                <a:solidFill>
                  <a:srgbClr val="FFD500"/>
                </a:solidFill>
                <a:effectLst/>
                <a:uLnTx/>
                <a:uFillTx/>
                <a:latin typeface="Arial"/>
                <a:ea typeface="+mn-ea"/>
                <a:cs typeface="+mn-cs"/>
              </a:rPr>
              <a:t>FOR SPINE AND SHOULDERS</a:t>
            </a:r>
          </a:p>
        </p:txBody>
      </p:sp>
      <p:sp>
        <p:nvSpPr>
          <p:cNvPr id="148" name="TextBox 148"/>
          <p:cNvSpPr txBox="1"/>
          <p:nvPr/>
        </p:nvSpPr>
        <p:spPr>
          <a:xfrm>
            <a:off x="7928016" y="2950000"/>
            <a:ext cx="3442428" cy="165000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15000"/>
              </a:lnSpc>
              <a:spcBef>
                <a:spcPts val="0"/>
              </a:spcBef>
              <a:spcAft>
                <a:spcPts val="0"/>
              </a:spcAft>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Advanced and lightweight posture corrector designed to improve spinal alignment and reduce upper back and shoulder pain. Featuring comfortable, adjustable straps, it supports upright posture, relieves muscle tension, and encourages natural movement.</a:t>
            </a:r>
          </a:p>
        </p:txBody>
      </p:sp>
      <p:sp>
        <p:nvSpPr>
          <p:cNvPr id="149" name="TextBox 149"/>
          <p:cNvSpPr txBox="1"/>
          <p:nvPr/>
        </p:nvSpPr>
        <p:spPr>
          <a:xfrm>
            <a:off x="7928016" y="4680000"/>
            <a:ext cx="3442428" cy="1200000"/>
          </a:xfrm>
          <a:prstGeom prst="rect">
            <a:avLst/>
          </a:prstGeom>
          <a:noFill/>
          <a:ln>
            <a:noFill/>
          </a:ln>
        </p:spPr>
        <p:txBody>
          <a:bodyPr wrap="square" lIns="0" tIns="0" rIns="0" bIns="0" rtlCol="0" anchor="t">
            <a:noAutofit/>
          </a:bodyPr>
          <a:lstStyle/>
          <a:p>
            <a:pPr marL="228600" marR="0" lvl="0" indent="-228600" algn="l" defTabSz="914400" rtl="0" eaLnBrk="1" fontAlgn="auto" latinLnBrk="0" hangingPunct="1">
              <a:lnSpc>
                <a:spcPct val="115000"/>
              </a:lnSpc>
              <a:spcBef>
                <a:spcPts val="0"/>
              </a:spcBef>
              <a:spcAft>
                <a:spcPts val="0"/>
              </a:spcAft>
              <a:buClr>
                <a:srgbClr val="FFD500"/>
              </a:buClr>
              <a:buFont typeface="Arial"/>
              <a:buChar char="•"/>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Supports natural spinal alignment.</a:t>
            </a:r>
          </a:p>
          <a:p>
            <a:pPr marL="228600" marR="0" lvl="0" indent="-228600" algn="l" defTabSz="914400" rtl="0" eaLnBrk="1" fontAlgn="auto" latinLnBrk="0" hangingPunct="1">
              <a:lnSpc>
                <a:spcPct val="115000"/>
              </a:lnSpc>
              <a:spcBef>
                <a:spcPts val="400"/>
              </a:spcBef>
              <a:spcAft>
                <a:spcPts val="0"/>
              </a:spcAft>
              <a:buClr>
                <a:srgbClr val="FFD500"/>
              </a:buClr>
              <a:buFont typeface="Arial"/>
              <a:buChar char="•"/>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Helps relieve neck and upper back pain.</a:t>
            </a:r>
          </a:p>
          <a:p>
            <a:pPr marL="228600" marR="0" lvl="0" indent="-228600" algn="l" defTabSz="914400" rtl="0" eaLnBrk="1" fontAlgn="auto" latinLnBrk="0" hangingPunct="1">
              <a:lnSpc>
                <a:spcPct val="115000"/>
              </a:lnSpc>
              <a:spcBef>
                <a:spcPts val="400"/>
              </a:spcBef>
              <a:spcAft>
                <a:spcPts val="0"/>
              </a:spcAft>
              <a:buClr>
                <a:srgbClr val="FFD500"/>
              </a:buClr>
              <a:buFont typeface="Arial"/>
              <a:buChar char="•"/>
              <a:tabLst/>
              <a:defRPr/>
            </a:pPr>
            <a:r>
              <a:rPr kumimoji="0" lang="en-US" sz="1200" b="0" i="0" u="none" strike="noStrike" kern="1200" cap="none" spc="0" normalizeH="0" baseline="0" noProof="0" dirty="0">
                <a:ln>
                  <a:noFill/>
                </a:ln>
                <a:solidFill>
                  <a:srgbClr val="FFFFFF"/>
                </a:solidFill>
                <a:effectLst/>
                <a:uLnTx/>
                <a:uFillTx/>
                <a:latin typeface="Calibri"/>
                <a:ea typeface="+mn-ea"/>
                <a:cs typeface="+mn-cs"/>
              </a:rPr>
              <a:t>Discreet, slim, and comfortable for everyday use.</a:t>
            </a:r>
          </a:p>
        </p:txBody>
      </p:sp>
      <p:pic>
        <p:nvPicPr>
          <p:cNvPr id="150" name="Footer"/>
          <p:cNvPicPr>
            <a:picLocks noChangeAspect="1"/>
          </p:cNvPicPr>
          <p:nvPr/>
        </p:nvPicPr>
        <p:blipFill>
          <a:blip r:embed="rId11"/>
          <a:stretch>
            <a:fillRect/>
          </a:stretch>
        </p:blipFill>
        <p:spPr>
          <a:xfrm>
            <a:off x="0" y="6222492"/>
            <a:ext cx="12191695" cy="49523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sp>
        <p:nvSpPr>
          <p:cNvPr id="151" name="TextBox 151"/>
          <p:cNvSpPr txBox="1"/>
          <p:nvPr/>
        </p:nvSpPr>
        <p:spPr>
          <a:xfrm>
            <a:off x="665082" y="391185"/>
            <a:ext cx="3859692" cy="469422"/>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2200" b="1" i="1" u="none" strike="noStrike" kern="1200" cap="none" spc="0" normalizeH="0" baseline="0" noProof="0" dirty="0">
                <a:ln>
                  <a:noFill/>
                </a:ln>
                <a:solidFill>
                  <a:srgbClr val="FFD500"/>
                </a:solidFill>
                <a:effectLst/>
                <a:uLnTx/>
                <a:uFillTx/>
                <a:latin typeface="Arial"/>
                <a:ea typeface="+mn-ea"/>
                <a:cs typeface="+mn-cs"/>
              </a:rPr>
              <a:t>ANKLE SUPPORT</a:t>
            </a:r>
          </a:p>
        </p:txBody>
      </p:sp>
      <p:sp>
        <p:nvSpPr>
          <p:cNvPr id="152" name="Frame"/>
          <p:cNvSpPr/>
          <p:nvPr/>
        </p:nvSpPr>
        <p:spPr>
          <a:xfrm>
            <a:off x="665082" y="1199634"/>
            <a:ext cx="3859692" cy="4746378"/>
          </a:xfrm>
          <a:prstGeom prst="snip1Rect">
            <a:avLst>
              <a:gd name="adj" fmla="val 4663"/>
            </a:avLst>
          </a:prstGeom>
          <a:noFill/>
          <a:ln w="25400">
            <a:solidFill>
              <a:srgbClr val="FFD500"/>
            </a:solidFill>
          </a:ln>
        </p:spPr>
        <p:txBody>
          <a:bodyPr/>
          <a:lstStyle/>
          <a:p>
            <a:pPr marL="0" marR="0" lvl="0" indent="0" algn="r" defTabSz="914400" rtl="1" eaLnBrk="1" fontAlgn="auto" latinLnBrk="0" hangingPunct="1">
              <a:lnSpc>
                <a:spcPct val="100000"/>
              </a:lnSpc>
              <a:spcBef>
                <a:spcPts val="0"/>
              </a:spcBef>
              <a:spcAft>
                <a:spcPts val="0"/>
              </a:spcAft>
              <a:buNone/>
              <a:tabLst/>
              <a:defRPr/>
            </a:pPr>
            <a:endParaRPr kumimoji="0" lang="he-IL" sz="1800" b="0" i="0" u="none" strike="noStrike" kern="1200" cap="none" spc="0" normalizeH="0" baseline="0" noProof="0">
              <a:ln>
                <a:noFill/>
              </a:ln>
              <a:solidFill>
                <a:prstClr val="black"/>
              </a:solidFill>
              <a:effectLst/>
              <a:uLnTx/>
              <a:uFillTx/>
              <a:latin typeface="Calibri"/>
              <a:ea typeface="+mn-ea"/>
              <a:cs typeface="Arial"/>
            </a:endParaRPr>
          </a:p>
        </p:txBody>
      </p:sp>
      <p:sp>
        <p:nvSpPr>
          <p:cNvPr id="153" name="TextBox 153"/>
          <p:cNvSpPr txBox="1"/>
          <p:nvPr/>
        </p:nvSpPr>
        <p:spPr>
          <a:xfrm>
            <a:off x="925872" y="1440000"/>
            <a:ext cx="3338112" cy="9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FFFF"/>
                </a:solidFill>
                <a:effectLst/>
                <a:uLnTx/>
                <a:uFillTx/>
                <a:latin typeface="Arial"/>
                <a:ea typeface="+mn-ea"/>
                <a:cs typeface="+mn-cs"/>
              </a:rPr>
              <a:t>TaluAir Shield</a:t>
            </a:r>
          </a:p>
          <a:p>
            <a:pPr marL="0" marR="0" lvl="0" indent="0" algn="l" defTabSz="914400" rtl="0" eaLnBrk="1" fontAlgn="auto" latinLnBrk="0" hangingPunct="1">
              <a:lnSpc>
                <a:spcPct val="115000"/>
              </a:lnSpc>
              <a:spcBef>
                <a:spcPts val="0"/>
              </a:spcBef>
              <a:spcAft>
                <a:spcPts val="0"/>
              </a:spcAft>
              <a:buNone/>
              <a:tabLst/>
              <a:defRPr/>
            </a:pPr>
            <a:r>
              <a:rPr kumimoji="0" lang="en-US" sz="2000" b="1" i="1" u="none" strike="noStrike" kern="1200" cap="none" spc="0" normalizeH="0" baseline="0" noProof="0" dirty="0">
                <a:ln>
                  <a:noFill/>
                </a:ln>
                <a:solidFill>
                  <a:srgbClr val="FFFFFF"/>
                </a:solidFill>
                <a:effectLst/>
                <a:uLnTx/>
                <a:uFillTx/>
                <a:latin typeface="Arial"/>
                <a:ea typeface="+mn-ea"/>
                <a:cs typeface="+mn-cs"/>
              </a:rPr>
              <a:t>Ankle Stabilizer</a:t>
            </a:r>
          </a:p>
        </p:txBody>
      </p:sp>
      <p:sp>
        <p:nvSpPr>
          <p:cNvPr id="154" name="TextBox 154"/>
          <p:cNvSpPr txBox="1"/>
          <p:nvPr/>
        </p:nvSpPr>
        <p:spPr>
          <a:xfrm>
            <a:off x="925872" y="2470000"/>
            <a:ext cx="3338112" cy="400000"/>
          </a:xfrm>
          <a:prstGeom prst="rect">
            <a:avLst/>
          </a:prstGeom>
          <a:noFill/>
          <a:ln>
            <a:noFill/>
          </a:ln>
        </p:spPr>
        <p:txBody>
          <a:bodyPr wrap="square" lIns="0" tIns="0" rIns="0" bIns="0" rtlCol="0" anchor="t">
            <a:noAutofit/>
          </a:bodyPr>
          <a:lstStyle/>
          <a:p>
            <a:pPr marL="0" marR="0" lvl="0" indent="0" algn="l" defTabSz="914400" rtl="0" eaLnBrk="1" fontAlgn="auto" latinLnBrk="0" hangingPunct="1">
              <a:lnSpc>
                <a:spcPct val="115000"/>
              </a:lnSpc>
              <a:spcBef>
                <a:spcPts val="0"/>
              </a:spcBef>
              <a:spcAft>
                <a:spcPts val="0"/>
              </a:spcAft>
              <a:buNone/>
              <a:tabLst/>
              <a:defRPr/>
            </a:pPr>
            <a:r>
              <a:rPr kumimoji="0" lang="en-US" sz="1300" b="1" i="1" u="none" strike="noStrike" kern="1200" cap="none" spc="0" normalizeH="0" baseline="0" noProof="0" dirty="0">
                <a:ln>
                  <a:noFill/>
                </a:ln>
                <a:solidFill>
                  <a:srgbClr val="FFD500"/>
                </a:solidFill>
                <a:effectLst/>
                <a:uLnTx/>
                <a:uFillTx/>
                <a:latin typeface="Arial"/>
                <a:ea typeface="+mn-ea"/>
                <a:cs typeface="+mn-cs"/>
              </a:rPr>
              <a:t>DUAL-SIDED ANKLE BRACE WITH AIR CUSHIONS</a:t>
            </a:r>
          </a:p>
        </p:txBody>
      </p:sp>
      <p:sp>
        <p:nvSpPr>
          <p:cNvPr id="155" name="TextBox 155"/>
          <p:cNvSpPr txBox="1"/>
          <p:nvPr/>
        </p:nvSpPr>
        <p:spPr>
          <a:xfrm>
            <a:off x="925872" y="2980000"/>
            <a:ext cx="3338112" cy="170000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15000"/>
              </a:lnSpc>
              <a:spcBef>
                <a:spcPts val="0"/>
              </a:spcBef>
              <a:spcAft>
                <a:spcPts val="0"/>
              </a:spcAft>
              <a:buNone/>
              <a:tabLst/>
              <a:defRPr/>
            </a:pPr>
            <a:r>
              <a:rPr kumimoji="0" lang="en-US" sz="1150" b="0" i="0" u="none" strike="noStrike" kern="1200" cap="none" spc="0" normalizeH="0" baseline="0" noProof="0" dirty="0">
                <a:ln>
                  <a:noFill/>
                </a:ln>
                <a:solidFill>
                  <a:srgbClr val="FFFFFF"/>
                </a:solidFill>
                <a:effectLst/>
                <a:uLnTx/>
                <a:uFillTx/>
                <a:latin typeface="Calibri"/>
                <a:ea typeface="+mn-ea"/>
                <a:cs typeface="+mn-cs"/>
              </a:rPr>
              <a:t>TaluAir Shield Ankle Stabilizer is a rigid ankle brace that restricts side-to-side movement and delivers strong lateral stabilization after acute sprains, ligament injuries, or instability. The inflatable cushions allow a customized fit and help reduce swelling during the critical first days of recovery.</a:t>
            </a:r>
          </a:p>
        </p:txBody>
      </p:sp>
      <p:sp>
        <p:nvSpPr>
          <p:cNvPr id="156" name="TextBox 156"/>
          <p:cNvSpPr txBox="1"/>
          <p:nvPr/>
        </p:nvSpPr>
        <p:spPr>
          <a:xfrm>
            <a:off x="925872" y="4780000"/>
            <a:ext cx="3338112" cy="1100000"/>
          </a:xfrm>
          <a:prstGeom prst="rect">
            <a:avLst/>
          </a:prstGeom>
          <a:noFill/>
          <a:ln>
            <a:noFill/>
          </a:ln>
        </p:spPr>
        <p:txBody>
          <a:bodyPr wrap="square" lIns="0" tIns="0" rIns="0" bIns="0" rtlCol="0" anchor="t">
            <a:noAutofit/>
          </a:bodyPr>
          <a:lstStyle/>
          <a:p>
            <a:pPr marL="0" marR="0" lvl="0" indent="0" algn="just" defTabSz="914400" rtl="0" eaLnBrk="1" fontAlgn="auto" latinLnBrk="0" hangingPunct="1">
              <a:lnSpc>
                <a:spcPct val="115000"/>
              </a:lnSpc>
              <a:spcBef>
                <a:spcPts val="0"/>
              </a:spcBef>
              <a:spcAft>
                <a:spcPts val="0"/>
              </a:spcAft>
              <a:buNone/>
              <a:tabLst/>
              <a:defRPr/>
            </a:pPr>
            <a:r>
              <a:rPr kumimoji="0" lang="en-US" sz="1150" b="1" i="0" u="none" strike="noStrike" kern="1200" cap="none" spc="0" normalizeH="0" baseline="0" noProof="0" dirty="0">
                <a:ln>
                  <a:noFill/>
                </a:ln>
                <a:solidFill>
                  <a:srgbClr val="FFD500"/>
                </a:solidFill>
                <a:effectLst/>
                <a:uLnTx/>
                <a:uFillTx/>
                <a:latin typeface="Calibri"/>
                <a:ea typeface="+mn-ea"/>
                <a:cs typeface="+mn-cs"/>
              </a:rPr>
              <a:t>Medical Indications: </a:t>
            </a:r>
            <a:r>
              <a:rPr kumimoji="0" lang="en-US" sz="1150" b="0" i="0" u="none" strike="noStrike" kern="1200" cap="none" spc="0" normalizeH="0" baseline="0" noProof="0" dirty="0">
                <a:ln>
                  <a:noFill/>
                </a:ln>
                <a:solidFill>
                  <a:srgbClr val="FFFFFF"/>
                </a:solidFill>
                <a:effectLst/>
                <a:uLnTx/>
                <a:uFillTx/>
                <a:latin typeface="Calibri"/>
                <a:ea typeface="+mn-ea"/>
                <a:cs typeface="+mn-cs"/>
              </a:rPr>
              <a:t>Acute ankle sprains, chronic instability, lateral ligament injuries, post-trauma stabilization, early rehabilitation phase.</a:t>
            </a:r>
          </a:p>
        </p:txBody>
      </p:sp>
      <p:pic>
        <p:nvPicPr>
          <p:cNvPr id="157" name="TaluAir Product"/>
          <p:cNvPicPr>
            <a:picLocks noChangeAspect="1"/>
          </p:cNvPicPr>
          <p:nvPr/>
        </p:nvPicPr>
        <p:blipFill>
          <a:blip r:embed="rId10"/>
          <a:stretch>
            <a:fillRect/>
          </a:stretch>
        </p:blipFill>
        <p:spPr>
          <a:xfrm>
            <a:off x="6945187" y="950000"/>
            <a:ext cx="2826400" cy="4950000"/>
          </a:xfrm>
          <a:prstGeom prst="rect">
            <a:avLst/>
          </a:prstGeom>
        </p:spPr>
      </p:pic>
      <p:pic>
        <p:nvPicPr>
          <p:cNvPr id="158" name="Footer"/>
          <p:cNvPicPr>
            <a:picLocks noChangeAspect="1"/>
          </p:cNvPicPr>
          <p:nvPr/>
        </p:nvPicPr>
        <p:blipFill>
          <a:blip r:embed="rId11"/>
          <a:stretch>
            <a:fillRect/>
          </a:stretch>
        </p:blipFill>
        <p:spPr>
          <a:xfrm>
            <a:off x="0" y="6222492"/>
            <a:ext cx="12191695" cy="4952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1495</Words>
  <Application>Microsoft Office PowerPoint</Application>
  <PresentationFormat>מסך רחב</PresentationFormat>
  <Paragraphs>313</Paragraphs>
  <Slides>35</Slides>
  <Notes>10</Notes>
  <HiddenSlides>0</HiddenSlides>
  <MMClips>0</MMClips>
  <ScaleCrop>false</ScaleCrop>
  <HeadingPairs>
    <vt:vector size="6" baseType="variant">
      <vt:variant>
        <vt:lpstr>גופנים בשימוש</vt:lpstr>
      </vt:variant>
      <vt:variant>
        <vt:i4>4</vt:i4>
      </vt:variant>
      <vt:variant>
        <vt:lpstr>ערכת נושא</vt:lpstr>
      </vt:variant>
      <vt:variant>
        <vt:i4>2</vt:i4>
      </vt:variant>
      <vt:variant>
        <vt:lpstr>כותרות שקופיות</vt:lpstr>
      </vt:variant>
      <vt:variant>
        <vt:i4>35</vt:i4>
      </vt:variant>
    </vt:vector>
  </HeadingPairs>
  <TitlesOfParts>
    <vt:vector size="41" baseType="lpstr">
      <vt:lpstr>Aptos</vt:lpstr>
      <vt:lpstr>Arial</vt:lpstr>
      <vt:lpstr>Calibri</vt:lpstr>
      <vt:lpstr>Calibri Light</vt:lpstr>
      <vt:lpstr>Office Theme</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Eyal Sadot</cp:lastModifiedBy>
  <cp:revision>3</cp:revision>
  <dcterms:created xsi:type="dcterms:W3CDTF">2026-08-02T08:27:24Z</dcterms:created>
  <dcterms:modified xsi:type="dcterms:W3CDTF">2026-08-09T15:25:47Z</dcterms:modified>
</cp:coreProperties>
</file>