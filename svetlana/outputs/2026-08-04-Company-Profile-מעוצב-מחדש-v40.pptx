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973339" y="4330001"/>
            <a:ext cx="476626" cy="801052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893888" y="4330000"/>
            <a:ext cx="346924" cy="959267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70000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1" name="TrunkExtensionFade"/>
          <p:cNvCxnSpPr/>
          <p:nvPr/>
        </p:nvCxnSpPr>
        <p:spPr>
          <a:xfrm>
            <a:off x="11450880" y="3825000"/>
            <a:ext cx="357952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20000"/>
                  </a:srgbClr>
                </a:gs>
              </a:gsLst>
              <a:lin ang="0" scaled="1"/>
            </a:gradFill>
          </a:ln>
        </p:spPr>
      </p:cxnSp>
      <p:cxnSp>
        <p:nvCxnSpPr>
          <p:cNvPr id="182" name="TrunkExtensionTip"/>
          <p:cNvCxnSpPr/>
          <p:nvPr/>
        </p:nvCxnSpPr>
        <p:spPr>
          <a:xfrm>
            <a:off x="11808832" y="3825000"/>
            <a:ext cx="63168" cy="1"/>
          </a:xfrm>
          <a:prstGeom prst="line">
            <a:avLst/>
          </a:prstGeom>
          <a:ln w="15875">
            <a:solidFill>
              <a:srgbClr val="9A99AC">
                <a:alpha val="90000"/>
              </a:srgbClr>
            </a:solidFill>
            <a:tailEnd type="triangle" w="sm" len="sm"/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