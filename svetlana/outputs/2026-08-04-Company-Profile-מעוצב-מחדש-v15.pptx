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9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8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9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64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sp>
        <p:nvSpPr>
          <p:cNvPr id="100" name="Panel0"/>
          <p:cNvSpPr/>
          <p:nvPr/>
        </p:nvSpPr>
        <p:spPr>
          <a:xfrm>
            <a:off x="5310000" y="2100000"/>
            <a:ext cx="1345869" cy="2145710"/>
          </a:xfrm>
          <a:custGeom>
            <a:avLst/>
            <a:gdLst/>
            <a:ahLst/>
            <a:cxnLst/>
            <a:rect l="0" t="0" r="0" b="0"/>
            <a:pathLst>
              <a:path w="1345869" h="2145710">
                <a:moveTo>
                  <a:pt x="0" y="0"/>
                </a:moveTo>
                <a:lnTo>
                  <a:pt x="1345869" y="240320"/>
                </a:lnTo>
                <a:lnTo>
                  <a:pt x="1345869" y="1905390"/>
                </a:lnTo>
                <a:lnTo>
                  <a:pt x="0" y="214571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Panel1"/>
          <p:cNvSpPr/>
          <p:nvPr/>
        </p:nvSpPr>
        <p:spPr>
          <a:xfrm>
            <a:off x="6721326" y="2340320"/>
            <a:ext cx="1353114" cy="1665070"/>
          </a:xfrm>
          <a:custGeom>
            <a:avLst/>
            <a:gdLst/>
            <a:ahLst/>
            <a:cxnLst/>
            <a:rect l="0" t="0" r="0" b="0"/>
            <a:pathLst>
              <a:path w="1353114" h="1665070">
                <a:moveTo>
                  <a:pt x="0" y="0"/>
                </a:moveTo>
                <a:lnTo>
                  <a:pt x="1353114" y="109431"/>
                </a:lnTo>
                <a:lnTo>
                  <a:pt x="1353114" y="1555639"/>
                </a:lnTo>
                <a:lnTo>
                  <a:pt x="0" y="166507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anel2"/>
          <p:cNvSpPr/>
          <p:nvPr/>
        </p:nvSpPr>
        <p:spPr>
          <a:xfrm>
            <a:off x="8139897" y="2449751"/>
            <a:ext cx="632898" cy="1446208"/>
          </a:xfrm>
          <a:custGeom>
            <a:avLst/>
            <a:gdLst/>
            <a:ahLst/>
            <a:cxnLst/>
            <a:rect l="0" t="0" r="0" b="0"/>
            <a:pathLst>
              <a:path w="632898" h="1446208">
                <a:moveTo>
                  <a:pt x="0" y="0"/>
                </a:moveTo>
                <a:lnTo>
                  <a:pt x="632898" y="0"/>
                </a:lnTo>
                <a:lnTo>
                  <a:pt x="632898" y="1446208"/>
                </a:lnTo>
                <a:lnTo>
                  <a:pt x="0" y="1446208"/>
                </a:lnTo>
                <a:close/>
              </a:path>
            </a:pathLst>
          </a:custGeom>
          <a:solidFill>
            <a:srgbClr val="FFD5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3"/>
          <p:cNvSpPr/>
          <p:nvPr/>
        </p:nvSpPr>
        <p:spPr>
          <a:xfrm>
            <a:off x="8845497" y="2340320"/>
            <a:ext cx="1345932" cy="1665070"/>
          </a:xfrm>
          <a:custGeom>
            <a:avLst/>
            <a:gdLst/>
            <a:ahLst/>
            <a:cxnLst/>
            <a:rect l="0" t="0" r="0" b="0"/>
            <a:pathLst>
              <a:path w="1345932" h="1665070">
                <a:moveTo>
                  <a:pt x="0" y="109431"/>
                </a:moveTo>
                <a:lnTo>
                  <a:pt x="1345932" y="0"/>
                </a:lnTo>
                <a:lnTo>
                  <a:pt x="1345932" y="1665070"/>
                </a:lnTo>
                <a:lnTo>
                  <a:pt x="0" y="1555639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nel4"/>
          <p:cNvSpPr/>
          <p:nvPr/>
        </p:nvSpPr>
        <p:spPr>
          <a:xfrm>
            <a:off x="10264131" y="2100000"/>
            <a:ext cx="1345869" cy="2145710"/>
          </a:xfrm>
          <a:custGeom>
            <a:avLst/>
            <a:gdLst/>
            <a:ahLst/>
            <a:cxnLst/>
            <a:rect l="0" t="0" r="0" b="0"/>
            <a:pathLst>
              <a:path w="1345869" h="2145710">
                <a:moveTo>
                  <a:pt x="0" y="240320"/>
                </a:moveTo>
                <a:lnTo>
                  <a:pt x="1345869" y="0"/>
                </a:lnTo>
                <a:lnTo>
                  <a:pt x="1345869" y="2145710"/>
                </a:lnTo>
                <a:lnTo>
                  <a:pt x="0" y="190539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