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74" r:id="rId15"/>
    <p:sldId id="256" r:id="rId2"/>
    <p:sldId id="257" r:id="rId3"/>
    <p:sldId id="258" r:id="rId4"/>
    <p:sldId id="259" r:id="rId6"/>
    <p:sldId id="273" r:id="rId7"/>
    <p:sldId id="275" r:id="rId16"/>
    <p:sldId id="276" r:id="rId17"/>
    <p:sldId id="277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0F4BD8-F229-4431-B6C5-7F3835129780}" v="2" dt="2026-08-02T09:10:11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  <Relationship Id="rId15" Type="http://schemas.openxmlformats.org/officeDocument/2006/relationships/slide" Target="slides/slide7.xml"/>
  <Relationship Id="rId16" Type="http://schemas.openxmlformats.org/officeDocument/2006/relationships/slide" Target="slides/slide8.xml"/>
  <Relationship Id="rId17" Type="http://schemas.openxmlformats.org/officeDocument/2006/relationships/slide" Target="slides/slide9.xml"/>
  <Relationship Id="rId18" Type="http://schemas.openxmlformats.org/officeDocument/2006/relationships/slide" Target="slides/slide10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undo custSel addSld modSld">
      <pc:chgData name="Eyal Sadot" userId="9c57a40b-08c8-435b-851c-1854c25cf41d" providerId="ADAL" clId="{02003448-2CBC-42C7-80BD-DC4C07BEB2CD}" dt="2026-08-02T09:12:25.854" v="70" actId="1076"/>
      <pc:docMkLst>
        <pc:docMk/>
      </pc:docMkLst>
      <pc:sldChg chg="addSp delSp modSp mod">
        <pc:chgData name="Eyal Sadot" userId="9c57a40b-08c8-435b-851c-1854c25cf41d" providerId="ADAL" clId="{02003448-2CBC-42C7-80BD-DC4C07BEB2CD}" dt="2026-08-02T09:03:10.866" v="11" actId="1076"/>
        <pc:sldMkLst>
          <pc:docMk/>
          <pc:sldMk cId="0" sldId="257"/>
        </pc:sldMkLst>
        <pc:picChg chg="del">
          <ac:chgData name="Eyal Sadot" userId="9c57a40b-08c8-435b-851c-1854c25cf41d" providerId="ADAL" clId="{02003448-2CBC-42C7-80BD-DC4C07BEB2CD}" dt="2026-08-02T09:02:06.761" v="0" actId="478"/>
          <ac:picMkLst>
            <pc:docMk/>
            <pc:sldMk cId="0" sldId="257"/>
            <ac:picMk id="13" creationId="{00000000-0000-0000-0000-000000000000}"/>
          </ac:picMkLst>
        </pc:picChg>
        <pc:picChg chg="add del mod">
          <ac:chgData name="Eyal Sadot" userId="9c57a40b-08c8-435b-851c-1854c25cf41d" providerId="ADAL" clId="{02003448-2CBC-42C7-80BD-DC4C07BEB2CD}" dt="2026-08-02T09:03:01.946" v="7" actId="478"/>
          <ac:picMkLst>
            <pc:docMk/>
            <pc:sldMk cId="0" sldId="257"/>
            <ac:picMk id="19" creationId="{8350A49D-E619-781B-8017-D69CEDD6C71F}"/>
          </ac:picMkLst>
        </pc:picChg>
        <pc:picChg chg="add mod">
          <ac:chgData name="Eyal Sadot" userId="9c57a40b-08c8-435b-851c-1854c25cf41d" providerId="ADAL" clId="{02003448-2CBC-42C7-80BD-DC4C07BEB2CD}" dt="2026-08-02T09:03:10.866" v="11" actId="1076"/>
          <ac:picMkLst>
            <pc:docMk/>
            <pc:sldMk cId="0" sldId="257"/>
            <ac:picMk id="20" creationId="{254F9536-A78F-490B-475B-7A0EE7125CF2}"/>
          </ac:picMkLst>
        </pc:picChg>
      </pc:sldChg>
      <pc:sldChg chg="addSp modSp mod">
        <pc:chgData name="Eyal Sadot" userId="9c57a40b-08c8-435b-851c-1854c25cf41d" providerId="ADAL" clId="{02003448-2CBC-42C7-80BD-DC4C07BEB2CD}" dt="2026-08-02T09:08:10.320" v="13" actId="1076"/>
        <pc:sldMkLst>
          <pc:docMk/>
          <pc:sldMk cId="0" sldId="258"/>
        </pc:sldMkLst>
        <pc:picChg chg="add mod">
          <ac:chgData name="Eyal Sadot" userId="9c57a40b-08c8-435b-851c-1854c25cf41d" providerId="ADAL" clId="{02003448-2CBC-42C7-80BD-DC4C07BEB2CD}" dt="2026-08-02T09:08:10.320" v="13" actId="1076"/>
          <ac:picMkLst>
            <pc:docMk/>
            <pc:sldMk cId="0" sldId="258"/>
            <ac:picMk id="32" creationId="{16A674BC-C34D-C992-3B1A-8F6EC6A2EB78}"/>
          </ac:picMkLst>
        </pc:picChg>
      </pc:sldChg>
      <pc:sldChg chg="modSp mod">
        <pc:chgData name="Eyal Sadot" userId="9c57a40b-08c8-435b-851c-1854c25cf41d" providerId="ADAL" clId="{02003448-2CBC-42C7-80BD-DC4C07BEB2CD}" dt="2026-08-02T09:12:25.854" v="70" actId="1076"/>
        <pc:sldMkLst>
          <pc:docMk/>
          <pc:sldMk cId="0" sldId="259"/>
        </pc:sldMkLst>
        <pc:picChg chg="mod">
          <ac:chgData name="Eyal Sadot" userId="9c57a40b-08c8-435b-851c-1854c25cf41d" providerId="ADAL" clId="{02003448-2CBC-42C7-80BD-DC4C07BEB2CD}" dt="2026-08-02T09:12:25.854" v="70" actId="1076"/>
          <ac:picMkLst>
            <pc:docMk/>
            <pc:sldMk cId="0" sldId="259"/>
            <ac:picMk id="6" creationId="{00000000-0000-0000-0000-000000000000}"/>
          </ac:picMkLst>
        </pc:picChg>
      </pc:sldChg>
      <pc:sldChg chg="addSp modSp new mod">
        <pc:chgData name="Eyal Sadot" userId="9c57a40b-08c8-435b-851c-1854c25cf41d" providerId="ADAL" clId="{02003448-2CBC-42C7-80BD-DC4C07BEB2CD}" dt="2026-08-02T09:08:25.838" v="16" actId="1076"/>
        <pc:sldMkLst>
          <pc:docMk/>
          <pc:sldMk cId="3153361845" sldId="260"/>
        </pc:sldMkLst>
        <pc:picChg chg="add mod">
          <ac:chgData name="Eyal Sadot" userId="9c57a40b-08c8-435b-851c-1854c25cf41d" providerId="ADAL" clId="{02003448-2CBC-42C7-80BD-DC4C07BEB2CD}" dt="2026-08-02T09:08:25.838" v="16" actId="1076"/>
          <ac:picMkLst>
            <pc:docMk/>
            <pc:sldMk cId="3153361845" sldId="260"/>
            <ac:picMk id="3" creationId="{2DC125DC-C58B-A807-085B-34B773050932}"/>
          </ac:picMkLst>
        </pc:picChg>
      </pc:sldChg>
      <pc:sldChg chg="addSp modSp add mod">
        <pc:chgData name="Eyal Sadot" userId="9c57a40b-08c8-435b-851c-1854c25cf41d" providerId="ADAL" clId="{02003448-2CBC-42C7-80BD-DC4C07BEB2CD}" dt="2026-08-02T09:10:29.998" v="69" actId="20577"/>
        <pc:sldMkLst>
          <pc:docMk/>
          <pc:sldMk cId="3390277075" sldId="273"/>
        </pc:sldMkLst>
        <pc:spChg chg="add mod">
          <ac:chgData name="Eyal Sadot" userId="9c57a40b-08c8-435b-851c-1854c25cf41d" providerId="ADAL" clId="{02003448-2CBC-42C7-80BD-DC4C07BEB2CD}" dt="2026-08-02T09:09:59.331" v="26" actId="1076"/>
          <ac:spMkLst>
            <pc:docMk/>
            <pc:sldMk cId="3390277075" sldId="273"/>
            <ac:spMk id="2" creationId="{A08415F6-86FC-B0C3-2FBF-3726C7269826}"/>
          </ac:spMkLst>
        </pc:spChg>
        <pc:spChg chg="add mod">
          <ac:chgData name="Eyal Sadot" userId="9c57a40b-08c8-435b-851c-1854c25cf41d" providerId="ADAL" clId="{02003448-2CBC-42C7-80BD-DC4C07BEB2CD}" dt="2026-08-02T09:09:50.263" v="23" actId="1076"/>
          <ac:spMkLst>
            <pc:docMk/>
            <pc:sldMk cId="3390277075" sldId="273"/>
            <ac:spMk id="5" creationId="{E61DB7B0-CC15-56FD-643B-A9E870BF1348}"/>
          </ac:spMkLst>
        </pc:spChg>
        <pc:spChg chg="add mod">
          <ac:chgData name="Eyal Sadot" userId="9c57a40b-08c8-435b-851c-1854c25cf41d" providerId="ADAL" clId="{02003448-2CBC-42C7-80BD-DC4C07BEB2CD}" dt="2026-08-02T09:10:02.456" v="28" actId="1076"/>
          <ac:spMkLst>
            <pc:docMk/>
            <pc:sldMk cId="3390277075" sldId="273"/>
            <ac:spMk id="7" creationId="{48113E13-505A-60B9-7D28-A52D1F7B06BD}"/>
          </ac:spMkLst>
        </pc:spChg>
        <pc:spChg chg="add mod">
          <ac:chgData name="Eyal Sadot" userId="9c57a40b-08c8-435b-851c-1854c25cf41d" providerId="ADAL" clId="{02003448-2CBC-42C7-80BD-DC4C07BEB2CD}" dt="2026-08-02T09:10:29.998" v="69" actId="20577"/>
          <ac:spMkLst>
            <pc:docMk/>
            <pc:sldMk cId="3390277075" sldId="273"/>
            <ac:spMk id="8" creationId="{BE62AA7F-DA22-DEA7-0CE8-AF076161123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284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24545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jpe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Relationship Id="rId7" Type="http://schemas.openxmlformats.org/officeDocument/2006/relationships/image" Target="../media/image36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3.jpg"/><Relationship Id="rId3" Type="http://schemas.openxmlformats.org/officeDocument/2006/relationships/image" Target="../media/image34.jpg"/><Relationship Id="rId4" Type="http://schemas.openxmlformats.org/officeDocument/2006/relationships/image" Target="../media/image3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6000">
            <a:off x="-1173142" y="-442545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3" name="Image 0" descr="/tmp/claude-0/-home-user-the-5-agents/104e019b-481e-5835-b5aa-7854a99e3b07/scratchpad/uriel/assets/logo_uri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1417320" cy="5380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5156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ORTHOTICS &amp;</a:t>
            </a:r>
            <a:endParaRPr lang="en-US" sz="33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FOOTCARE MANUFACTURER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749808" y="3264408"/>
            <a:ext cx="2482537" cy="3383280"/>
          </a:xfrm>
          <a:prstGeom prst="snip1Rect">
            <a:avLst>
              <a:gd name="adj" fmla="val 12892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1" descr="/tmp/claude-0/-home-user-the-5-agents/104e019b-481e-5835-b5aa-7854a99e3b07/scratchpad/uriel/assets/runner_st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063240"/>
            <a:ext cx="2482537" cy="33832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534097" y="3063240"/>
            <a:ext cx="8108959" cy="3383280"/>
          </a:xfrm>
          <a:prstGeom prst="snip1Rect">
            <a:avLst>
              <a:gd name="adj" fmla="val 14865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4"/>
          <p:cNvSpPr/>
          <p:nvPr/>
        </p:nvSpPr>
        <p:spPr>
          <a:xfrm>
            <a:off x="3826706" y="3220000"/>
            <a:ext cx="7523741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 URIEL, we develop, manufacture, and market the most exceptional medical devices and services for a variety of different purposes.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products combine updated and state-of-the-art design, impact driven, high quality and innovative technologies all to provide the most efficient solutions, from injury prevention to rehabilitation, with a high level of performance, based on more than 50 years of practical experience and research.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buNone/>
            </a:pPr>
            <a:r>
              <a:rPr lang="en-US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 is to inspire and motivate people, at any age, to live a more fulfilling and active life."</a:t>
            </a: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8214055" y="6135624"/>
            <a:ext cx="3063240" cy="530352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Text 6"/>
          <p:cNvSpPr/>
          <p:nvPr/>
        </p:nvSpPr>
        <p:spPr>
          <a:xfrm>
            <a:off x="8214055" y="613562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 &amp; MISSION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372000">
            <a:off x="7818120" y="-2103120"/>
            <a:ext cx="6675120" cy="108813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9281160" y="685800"/>
            <a:ext cx="2453335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4434840" cy="975156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00" name="Flag Netherlands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4791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4" name="flaglabel"/>
          <p:cNvSpPr/>
          <p:nvPr/>
        </p:nvSpPr>
        <p:spPr>
          <a:xfrm>
            <a:off x="548640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Netherlands</a:t>
            </a:r>
            <a:endParaRPr lang="en-US" sz="900" dirty="0"/>
          </a:p>
        </p:txBody>
      </p:sp>
      <p:pic>
        <p:nvPicPr>
          <p:cNvPr id="201" name="Flag Switzerland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31759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8" name="flaglabel"/>
          <p:cNvSpPr/>
          <p:nvPr/>
        </p:nvSpPr>
        <p:spPr>
          <a:xfrm>
            <a:off x="1435608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Switzerland</a:t>
            </a:r>
            <a:endParaRPr lang="en-US" sz="900" dirty="0"/>
          </a:p>
        </p:txBody>
      </p:sp>
      <p:pic>
        <p:nvPicPr>
          <p:cNvPr id="202" name="Flag Austria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618727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2" name="flaglabel"/>
          <p:cNvSpPr/>
          <p:nvPr/>
        </p:nvSpPr>
        <p:spPr>
          <a:xfrm>
            <a:off x="2322576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Austria</a:t>
            </a:r>
            <a:endParaRPr lang="en-US" sz="900" dirty="0"/>
          </a:p>
        </p:txBody>
      </p:sp>
      <p:pic>
        <p:nvPicPr>
          <p:cNvPr id="203" name="Flag Israel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05695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8" name="flaglabel"/>
          <p:cNvSpPr/>
          <p:nvPr/>
        </p:nvSpPr>
        <p:spPr>
          <a:xfrm>
            <a:off x="3209544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Israel</a:t>
            </a:r>
            <a:endParaRPr lang="en-US" sz="900" dirty="0"/>
          </a:p>
        </p:txBody>
      </p:sp>
      <p:pic>
        <p:nvPicPr>
          <p:cNvPr id="204" name="Flag Germany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92663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2" name="flaglabel"/>
          <p:cNvSpPr/>
          <p:nvPr/>
        </p:nvSpPr>
        <p:spPr>
          <a:xfrm>
            <a:off x="4096512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Germany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7" name="Image 1" descr="/tmp/claude-0/-home-user-the-5-agents/104e019b-481e-5835-b5aa-7854a99e3b07/scratchpad/uriel/assets/hosp_us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41538"/>
            <a:ext cx="962406" cy="24340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315718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9" name="Image 2" descr="/tmp/claude-0/-home-user-the-5-agents/104e019b-481e-5835-b5aa-7854a99e3b07/scratchpad/uriel/assets/hosp_ziekenhu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0038" y="2909157"/>
            <a:ext cx="962406" cy="710501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082796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Image 3" descr="/tmp/claude-0/-home-user-the-5-agents/104e019b-481e-5835-b5aa-7854a99e3b07/scratchpad/uriel/assets/hosp_she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7116" y="2792927"/>
            <a:ext cx="962406" cy="54062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849874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Shape 7"/>
          <p:cNvSpPr/>
          <p:nvPr/>
        </p:nvSpPr>
        <p:spPr>
          <a:xfrm>
            <a:off x="548640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5" name="Image 5" descr="/tmp/claude-0/-home-user-the-5-agents/104e019b-481e-5835-b5aa-7854a99e3b07/scratchpad/uriel/assets/hosp_hadassa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701473"/>
            <a:ext cx="962406" cy="96635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2315718" y="4471416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7" name="Image 6" descr="/tmp/claude-0/-home-user-the-5-agents/104e019b-481e-5835-b5aa-7854a99e3b07/scratchpad/uriel/assets/hosp_char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0038" y="5177101"/>
            <a:ext cx="962406" cy="417429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4082796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תמונה 20" descr="Tel Aviv Medical Center | LinkedIn">
            <a:extLst>
              <a:ext uri="{FF2B5EF4-FFF2-40B4-BE49-F238E27FC236}">
                <a16:creationId xmlns:a16="http://schemas.microsoft.com/office/drawing/2014/main" id="{A2AE2E27-FF24-1B05-C425-A33682E830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7514" y="4766213"/>
            <a:ext cx="901610" cy="901610"/>
          </a:xfrm>
          <a:prstGeom prst="rect">
            <a:avLst/>
          </a:prstGeom>
        </p:spPr>
      </p:pic>
      <p:pic>
        <p:nvPicPr>
          <p:cNvPr id="20" name="תמונה 19" descr="Christian Friends of Rambam | Haifa">
            <a:extLst>
              <a:ext uri="{FF2B5EF4-FFF2-40B4-BE49-F238E27FC236}">
                <a16:creationId xmlns:a16="http://schemas.microsoft.com/office/drawing/2014/main" id="{254F9536-A78F-490B-475B-7A0EE7125C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1300" y="2876021"/>
            <a:ext cx="1029444" cy="9150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URIEL?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70432" y="17099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years of outstanding reputation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0432" y="248716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materials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70432" y="326440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products designed by doctors and physiotherapists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70432" y="404164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54864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70432" y="481888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brand, sold in 20+ countries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6692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548640" y="5669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70432" y="55961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FDA, CE - regulation approved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10728" y="841248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7909560" y="640080"/>
            <a:ext cx="3779215" cy="5623560"/>
          </a:xfrm>
          <a:prstGeom prst="snip1Rect">
            <a:avLst>
              <a:gd name="adj" fmla="val 9678"/>
            </a:avLst>
          </a:prstGeom>
          <a:blipFill>
            <a:blip r:embed="rId5"/>
            <a:stretch>
              <a:fillRect/>
            </a:stretch>
          </a:blipFill>
          <a:ln>
            <a:noFill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4" name="Card Overlay"/>
          <p:cNvSpPr/>
          <p:nvPr/>
        </p:nvSpPr>
        <p:spPr>
          <a:xfrm>
            <a:off x="7909560" y="640080"/>
            <a:ext cx="3779215" cy="5623560"/>
          </a:xfrm>
          <a:prstGeom prst="snip1Rect">
            <a:avLst>
              <a:gd name="adj" fmla="val 9678"/>
            </a:avLst>
          </a:prstGeom>
          <a:gradFill flip="none" rotWithShape="1">
            <a:gsLst>
              <a:gs pos="0">
                <a:srgbClr val="140D41">
                  <a:alpha val="54000"/>
                </a:srgbClr>
              </a:gs>
              <a:gs pos="20000">
                <a:srgbClr val="140D41">
                  <a:alpha val="71000"/>
                </a:srgbClr>
              </a:gs>
              <a:gs pos="60000">
                <a:srgbClr val="140D41">
                  <a:alpha val="79000"/>
                </a:srgbClr>
              </a:gs>
              <a:gs pos="100000">
                <a:srgbClr val="140D41">
                  <a:alpha val="69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7909560" y="960120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8092440" y="1796906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2309774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650+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8092440" y="3146560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09560" y="3659429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8092440" y="4496215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83880" y="5458968"/>
            <a:ext cx="3230575" cy="512064"/>
          </a:xfrm>
          <a:prstGeom prst="snip1Rect">
            <a:avLst>
              <a:gd name="adj" fmla="val 89286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0" name="Text 28"/>
          <p:cNvSpPr/>
          <p:nvPr/>
        </p:nvSpPr>
        <p:spPr>
          <a:xfrm>
            <a:off x="8183880" y="5458968"/>
            <a:ext cx="32305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· CE APPROVED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6000">
            <a:off x="-1097280" y="-3520440"/>
            <a:ext cx="14447520" cy="56235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FOR THE</a:t>
            </a:r>
            <a:endParaRPr lang="en-US" sz="3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BODY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Uriel's product line covers the full range of possible needs from neck to toe and comes in a full range of sizes to accommodate all body types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46520" y="1016487"/>
            <a:ext cx="5608015" cy="5373667"/>
          </a:xfrm>
          <a:prstGeom prst="snip1Rect">
            <a:avLst>
              <a:gd name="adj" fmla="val 5105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0" descr="/tmp/claude-0/-home-user-the-5-agents/104e019b-481e-5835-b5aa-7854a99e3b07/scratchpad/uriel/assets/runner_solutions_fu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833607"/>
            <a:ext cx="5608015" cy="53736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G"/>
          <p:cNvSpPr/>
          <p:nvPr/>
        </p:nvSpPr>
        <p:spPr>
          <a:xfrm rot="186000">
            <a:off x="-1173142" y="-1629411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itle"/>
          <p:cNvSpPr/>
          <p:nvPr/>
        </p:nvSpPr>
        <p:spPr>
          <a:xfrm>
            <a:off x="548640" y="502920"/>
            <a:ext cx="900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LEADERSHIP TEAM</a:t>
            </a:r>
            <a:endParaRPr lang="en-US" sz="3600" dirty="0"/>
          </a:p>
        </p:txBody>
      </p:sp>
      <p:sp>
        <p:nvSpPr>
          <p:cNvPr id="4" name="Subtitle"/>
          <p:cNvSpPr/>
          <p:nvPr/>
        </p:nvSpPr>
        <p:spPr>
          <a:xfrm>
            <a:off x="551180" y="1110000"/>
            <a:ext cx="9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driving 50 years of orthotics &amp; footcare excellence</a:t>
            </a:r>
            <a:endParaRPr lang="en-US" sz="1300" dirty="0"/>
          </a:p>
        </p:txBody>
      </p:sp>
      <p:sp>
        <p:nvSpPr>
          <p:cNvPr id="101" name="Card"/>
          <p:cNvSpPr/>
          <p:nvPr/>
        </p:nvSpPr>
        <p:spPr>
          <a:xfrm>
            <a:off x="4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2" name="Portra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3" name="Name"/>
          <p:cNvSpPr/>
          <p:nvPr/>
        </p:nvSpPr>
        <p:spPr>
          <a:xfrm>
            <a:off x="4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SHACHAR HIRSH</a:t>
            </a:r>
            <a:endParaRPr lang="en-US" sz="1300" dirty="0"/>
          </a:p>
        </p:txBody>
      </p:sp>
      <p:sp>
        <p:nvSpPr>
          <p:cNvPr id="104" name="Role"/>
          <p:cNvSpPr/>
          <p:nvPr/>
        </p:nvSpPr>
        <p:spPr>
          <a:xfrm>
            <a:off x="4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900" dirty="0"/>
          </a:p>
        </p:txBody>
      </p:sp>
      <p:sp>
        <p:nvSpPr>
          <p:cNvPr id="105" name="Card"/>
          <p:cNvSpPr/>
          <p:nvPr/>
        </p:nvSpPr>
        <p:spPr>
          <a:xfrm>
            <a:off x="23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6" name="Portrai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7" name="Name"/>
          <p:cNvSpPr/>
          <p:nvPr/>
        </p:nvSpPr>
        <p:spPr>
          <a:xfrm>
            <a:off x="23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AMIR KATZ</a:t>
            </a:r>
            <a:endParaRPr lang="en-US" sz="1300" dirty="0"/>
          </a:p>
        </p:txBody>
      </p:sp>
      <p:sp>
        <p:nvSpPr>
          <p:cNvPr id="108" name="Role"/>
          <p:cNvSpPr/>
          <p:nvPr/>
        </p:nvSpPr>
        <p:spPr>
          <a:xfrm>
            <a:off x="23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R&amp;D</a:t>
            </a:r>
            <a:endParaRPr lang="en-US" sz="900" dirty="0"/>
          </a:p>
        </p:txBody>
      </p:sp>
      <p:sp>
        <p:nvSpPr>
          <p:cNvPr id="109" name="Card"/>
          <p:cNvSpPr/>
          <p:nvPr/>
        </p:nvSpPr>
        <p:spPr>
          <a:xfrm>
            <a:off x="42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0" name="Portrai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1" name="Name"/>
          <p:cNvSpPr/>
          <p:nvPr/>
        </p:nvSpPr>
        <p:spPr>
          <a:xfrm>
            <a:off x="42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RACHEL HIRSH</a:t>
            </a:r>
            <a:endParaRPr lang="en-US" sz="1300" dirty="0"/>
          </a:p>
        </p:txBody>
      </p:sp>
      <p:sp>
        <p:nvSpPr>
          <p:cNvPr id="112" name="Role"/>
          <p:cNvSpPr/>
          <p:nvPr/>
        </p:nvSpPr>
        <p:spPr>
          <a:xfrm>
            <a:off x="42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&amp; COS</a:t>
            </a:r>
            <a:endParaRPr lang="en-US" sz="900" dirty="0"/>
          </a:p>
        </p:txBody>
      </p:sp>
      <p:sp>
        <p:nvSpPr>
          <p:cNvPr id="113" name="Card"/>
          <p:cNvSpPr/>
          <p:nvPr/>
        </p:nvSpPr>
        <p:spPr>
          <a:xfrm>
            <a:off x="61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4" name="Portrai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5" name="Name"/>
          <p:cNvSpPr/>
          <p:nvPr/>
        </p:nvSpPr>
        <p:spPr>
          <a:xfrm>
            <a:off x="61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 ZOLOTOV</a:t>
            </a:r>
            <a:endParaRPr lang="en-US" sz="1300" dirty="0"/>
          </a:p>
        </p:txBody>
      </p:sp>
      <p:sp>
        <p:nvSpPr>
          <p:cNvPr id="116" name="Role"/>
          <p:cNvSpPr/>
          <p:nvPr/>
        </p:nvSpPr>
        <p:spPr>
          <a:xfrm>
            <a:off x="61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&amp; EXPORT MANAGER</a:t>
            </a:r>
            <a:endParaRPr lang="en-US" sz="900" dirty="0"/>
          </a:p>
        </p:txBody>
      </p:sp>
      <p:sp>
        <p:nvSpPr>
          <p:cNvPr id="117" name="Card"/>
          <p:cNvSpPr/>
          <p:nvPr/>
        </p:nvSpPr>
        <p:spPr>
          <a:xfrm>
            <a:off x="80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8" name="Portrai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9" name="Name"/>
          <p:cNvSpPr/>
          <p:nvPr/>
        </p:nvSpPr>
        <p:spPr>
          <a:xfrm>
            <a:off x="80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ISSA NEIMA</a:t>
            </a:r>
            <a:endParaRPr lang="en-US" sz="1300" dirty="0"/>
          </a:p>
        </p:txBody>
      </p:sp>
      <p:sp>
        <p:nvSpPr>
          <p:cNvPr id="120" name="Role"/>
          <p:cNvSpPr/>
          <p:nvPr/>
        </p:nvSpPr>
        <p:spPr>
          <a:xfrm>
            <a:off x="80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DIRECTOR</a:t>
            </a:r>
            <a:endParaRPr lang="en-US" sz="900" dirty="0"/>
          </a:p>
        </p:txBody>
      </p:sp>
      <p:sp>
        <p:nvSpPr>
          <p:cNvPr id="121" name="Card"/>
          <p:cNvSpPr/>
          <p:nvPr/>
        </p:nvSpPr>
        <p:spPr>
          <a:xfrm>
            <a:off x="99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2" name="PlaceholderFrame"/>
          <p:cNvSpPr/>
          <p:nvPr/>
        </p:nvSpPr>
        <p:spPr>
          <a:xfrm>
            <a:off x="10061000" y="3330000"/>
            <a:ext cx="1570000" cy="1661400"/>
          </a:xfrm>
          <a:prstGeom prst="snip1Rect">
            <a:avLst>
              <a:gd name="adj" fmla="val 6000"/>
            </a:avLst>
          </a:prstGeom>
          <a:solidFill>
            <a:srgbClr val="F2F2F5"/>
          </a:solidFill>
          <a:ln w="9525">
            <a:solidFill>
              <a:srgbClr val="E6E6EC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123" name="SilhouetteHead"/>
          <p:cNvSpPr/>
          <p:nvPr/>
        </p:nvSpPr>
        <p:spPr>
          <a:xfrm>
            <a:off x="10579100" y="3695508"/>
            <a:ext cx="533800" cy="533800"/>
          </a:xfrm>
          <a:prstGeom prst="ellipse">
            <a:avLst/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4" name="SilhouetteBody"/>
          <p:cNvSpPr/>
          <p:nvPr/>
        </p:nvSpPr>
        <p:spPr>
          <a:xfrm>
            <a:off x="10359300" y="4360068"/>
            <a:ext cx="973400" cy="49842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5" name="Name"/>
          <p:cNvSpPr/>
          <p:nvPr/>
        </p:nvSpPr>
        <p:spPr>
          <a:xfrm>
            <a:off x="99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SADOT</a:t>
            </a:r>
            <a:endParaRPr lang="en-US" sz="1300" dirty="0"/>
          </a:p>
        </p:txBody>
      </p:sp>
      <p:sp>
        <p:nvSpPr>
          <p:cNvPr id="126" name="Role"/>
          <p:cNvSpPr/>
          <p:nvPr/>
        </p:nvSpPr>
        <p:spPr>
          <a:xfrm>
            <a:off x="99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SALES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140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 Frame"/>
          <p:cNvSpPr/>
          <p:nvPr/>
        </p:nvSpPr>
        <p:spPr>
          <a:xfrm>
            <a:off x="6650000" y="520000"/>
            <a:ext cx="5150000" cy="5980000"/>
          </a:xfrm>
          <a:prstGeom prst="snip1Rect">
            <a:avLst>
              <a:gd name="adj" fmla="val 9000"/>
            </a:avLst>
          </a:prstGeom>
          <a:noFill/>
          <a:ln w="28575">
            <a:solidFill>
              <a:srgbClr val="FFD5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4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" y="700000"/>
            <a:ext cx="2000000" cy="759300"/>
          </a:xfrm>
          <a:prstGeom prst="rect">
            <a:avLst/>
          </a:prstGeom>
        </p:spPr>
      </p:pic>
      <p:sp>
        <p:nvSpPr>
          <p:cNvPr id="5" name="Tagline"/>
          <p:cNvSpPr/>
          <p:nvPr/>
        </p:nvSpPr>
        <p:spPr>
          <a:xfrm>
            <a:off x="750000" y="1650000"/>
            <a:ext cx="55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TO PERFORM</a:t>
            </a:r>
            <a:endParaRPr lang="en-US" sz="3200" dirty="0"/>
          </a:p>
        </p:txBody>
      </p:sp>
      <p:sp>
        <p:nvSpPr>
          <p:cNvPr id="6" name="Subtitle"/>
          <p:cNvSpPr/>
          <p:nvPr/>
        </p:nvSpPr>
        <p:spPr>
          <a:xfrm>
            <a:off x="750000" y="2420000"/>
            <a:ext cx="51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orthotics &amp; footcare manufacturer</a:t>
            </a:r>
            <a:endParaRPr lang="en-US" sz="1400" dirty="0"/>
          </a:p>
        </p:txBody>
      </p:sp>
      <p:sp>
        <p:nvSpPr>
          <p:cNvPr id="7" name="Badge"/>
          <p:cNvSpPr/>
          <p:nvPr/>
        </p:nvSpPr>
        <p:spPr>
          <a:xfrm>
            <a:off x="750000" y="6100000"/>
            <a:ext cx="2650000" cy="480000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Badge Text"/>
          <p:cNvSpPr/>
          <p:nvPr/>
        </p:nvSpPr>
        <p:spPr>
          <a:xfrm>
            <a:off x="750000" y="6100000"/>
            <a:ext cx="265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PROFILE</a:t>
            </a:r>
            <a:endParaRPr lang="en-US" sz="1300" dirty="0"/>
          </a:p>
        </p:txBody>
      </p:sp>
      <p:pic>
        <p:nvPicPr>
          <p:cNvPr id="9" name="Athle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000" y="638000"/>
            <a:ext cx="5073000" cy="61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king with Exper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69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EXPERTS</a:t>
            </a:r>
            <a:endParaRPr lang="en-US" sz="3200" dirty="0"/>
          </a:p>
        </p:txBody>
      </p:sp>
      <p:sp>
        <p:nvSpPr>
          <p:cNvPr id="3" name="Badge"/>
          <p:cNvSpPr/>
          <p:nvPr/>
        </p:nvSpPr>
        <p:spPr>
          <a:xfrm>
            <a:off x="548640" y="1320000"/>
            <a:ext cx="2950000" cy="460000"/>
          </a:xfrm>
          <a:prstGeom prst="snip1Rect">
            <a:avLst>
              <a:gd name="adj" fmla="val 89286"/>
            </a:avLst>
          </a:prstGeom>
          <a:solidFill>
            <a:srgbClr val="9A82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ADVISORY BOARD</a:t>
            </a:r>
            <a:endParaRPr lang="en-US" sz="1100" dirty="0"/>
          </a:p>
        </p:txBody>
      </p:sp>
      <p:sp>
        <p:nvSpPr>
          <p:cNvPr id="10" name="Card1"/>
          <p:cNvSpPr/>
          <p:nvPr/>
        </p:nvSpPr>
        <p:spPr>
          <a:xfrm>
            <a:off x="5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Portrait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12" name="Name1"/>
          <p:cNvSpPr/>
          <p:nvPr/>
        </p:nvSpPr>
        <p:spPr>
          <a:xfrm>
            <a:off x="5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REIS</a:t>
            </a:r>
            <a:endParaRPr lang="en-US" sz="1200" dirty="0"/>
          </a:p>
        </p:txBody>
      </p:sp>
      <p:sp>
        <p:nvSpPr>
          <p:cNvPr id="13" name="Role1"/>
          <p:cNvSpPr/>
          <p:nvPr/>
        </p:nvSpPr>
        <p:spPr>
          <a:xfrm>
            <a:off x="5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Orthopedic specialist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president of the Israeli Association for Orthopedics</a:t>
            </a:r>
            <a:endParaRPr lang="en-US" sz="900" dirty="0"/>
          </a:p>
        </p:txBody>
      </p:sp>
      <p:sp>
        <p:nvSpPr>
          <p:cNvPr id="20" name="Card2"/>
          <p:cNvSpPr/>
          <p:nvPr/>
        </p:nvSpPr>
        <p:spPr>
          <a:xfrm>
            <a:off x="23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Portrait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22" name="Name2"/>
          <p:cNvSpPr/>
          <p:nvPr/>
        </p:nvSpPr>
        <p:spPr>
          <a:xfrm>
            <a:off x="23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BOAZ LAZAR</a:t>
            </a:r>
            <a:endParaRPr lang="en-US" sz="1200" dirty="0"/>
          </a:p>
        </p:txBody>
      </p:sp>
      <p:sp>
        <p:nvSpPr>
          <p:cNvPr id="23" name="Role2"/>
          <p:cNvSpPr/>
          <p:nvPr/>
        </p:nvSpPr>
        <p:spPr>
          <a:xfrm>
            <a:off x="23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Textile product expert</a:t>
            </a:r>
            <a:endParaRPr lang="en-US" sz="900" dirty="0"/>
          </a:p>
        </p:txBody>
      </p:sp>
      <p:sp>
        <p:nvSpPr>
          <p:cNvPr id="30" name="Card3"/>
          <p:cNvSpPr/>
          <p:nvPr/>
        </p:nvSpPr>
        <p:spPr>
          <a:xfrm>
            <a:off x="41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1" name="Portrait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32" name="Name3"/>
          <p:cNvSpPr/>
          <p:nvPr/>
        </p:nvSpPr>
        <p:spPr>
          <a:xfrm>
            <a:off x="41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ZUR</a:t>
            </a:r>
            <a:endParaRPr lang="en-US" sz="1200" dirty="0"/>
          </a:p>
        </p:txBody>
      </p:sp>
      <p:sp>
        <p:nvSpPr>
          <p:cNvPr id="33" name="Role3"/>
          <p:cNvSpPr/>
          <p:nvPr/>
        </p:nvSpPr>
        <p:spPr>
          <a:xfrm>
            <a:off x="41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 &amp; Innovative Smart Textile consultant</a:t>
            </a:r>
            <a:endParaRPr lang="en-US" sz="900" dirty="0"/>
          </a:p>
        </p:txBody>
      </p:sp>
      <p:sp>
        <p:nvSpPr>
          <p:cNvPr id="40" name="Card4"/>
          <p:cNvSpPr/>
          <p:nvPr/>
        </p:nvSpPr>
        <p:spPr>
          <a:xfrm>
            <a:off x="59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41" name="Portrait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42" name="Name4"/>
          <p:cNvSpPr/>
          <p:nvPr/>
        </p:nvSpPr>
        <p:spPr>
          <a:xfrm>
            <a:off x="59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URIA MORAN</a:t>
            </a:r>
            <a:endParaRPr lang="en-US" sz="1200" dirty="0"/>
          </a:p>
        </p:txBody>
      </p:sp>
      <p:sp>
        <p:nvSpPr>
          <p:cNvPr id="43" name="Role4"/>
          <p:cNvSpPr/>
          <p:nvPr/>
        </p:nvSpPr>
        <p:spPr>
          <a:xfrm>
            <a:off x="59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Physiotherapist, BPT, MSc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IDF head of physiotherapy</a:t>
            </a:r>
            <a:endParaRPr lang="en-US" sz="900" dirty="0"/>
          </a:p>
        </p:txBody>
      </p:sp>
      <p:sp>
        <p:nvSpPr>
          <p:cNvPr id="50" name="MedicalPanel"/>
          <p:cNvSpPr/>
          <p:nvPr/>
        </p:nvSpPr>
        <p:spPr>
          <a:xfrm>
            <a:off x="7909560" y="640080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140D41"/>
          </a:solidFill>
          <a:ln w="9525">
            <a:solidFill>
              <a:srgbClr val="9A8200"/>
            </a:solidFill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51" name="MedicalPhot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9560" y="790080"/>
            <a:ext cx="3479215" cy="3479215"/>
          </a:xfrm>
          <a:prstGeom prst="snip1Rect">
            <a:avLst>
              <a:gd name="adj" fmla="val 4500"/>
            </a:avLst>
          </a:prstGeom>
          <a:ln w="12700">
            <a:solidFill>
              <a:srgbClr val="FFD500"/>
            </a:solidFill>
          </a:ln>
        </p:spPr>
      </p:pic>
      <p:sp>
        <p:nvSpPr>
          <p:cNvPr id="54" name="MedicalCaption"/>
          <p:cNvSpPr/>
          <p:nvPr/>
        </p:nvSpPr>
        <p:spPr>
          <a:xfrm>
            <a:off x="8109560" y="4380000"/>
            <a:ext cx="3379215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INPUT</a:t>
            </a:r>
            <a:endParaRPr lang="en-US" sz="1000" dirty="0"/>
          </a:p>
        </p:txBody>
      </p:sp>
      <p:sp>
        <p:nvSpPr>
          <p:cNvPr id="53" name="MedicalLabel"/>
          <p:cNvSpPr/>
          <p:nvPr/>
        </p:nvSpPr>
        <p:spPr>
          <a:xfrm>
            <a:off x="8109560" y="4790000"/>
            <a:ext cx="3379215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&amp; ORTHOPEDIC EXPERTISE</a:t>
            </a:r>
            <a:endParaRPr lang="en-US" sz="1400" dirty="0"/>
          </a:p>
        </p:txBody>
      </p:sp>
      <p:sp>
        <p:nvSpPr>
          <p:cNvPr id="55" name="MedicalSub"/>
          <p:cNvSpPr/>
          <p:nvPr/>
        </p:nvSpPr>
        <p:spPr>
          <a:xfrm>
            <a:off x="8109560" y="5640000"/>
            <a:ext cx="3379215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clinical &amp; biomechanical research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ld Map">
    <p:bg>
      <p:bgPr>
        <a:solidFill>
          <a:srgbClr val="0A0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orld Map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0000"/>
            <a:ext cx="12192000" cy="5558000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548640" y="140000"/>
            <a:ext cx="8500000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MOVEMENT</a:t>
            </a:r>
            <a:endParaRPr lang="en-US" sz="34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20 COUNTRIES</a:t>
            </a:r>
            <a:endParaRPr lang="en-US" sz="3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riel Categori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280000"/>
            <a:ext cx="450000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</a:t>
            </a:r>
            <a:endParaRPr lang="en-US" sz="4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endParaRPr lang="en-US" sz="4000" dirty="0"/>
          </a:p>
        </p:txBody>
      </p:sp>
      <p:sp>
        <p:nvSpPr>
          <p:cNvPr id="3" name="Subtitle"/>
          <p:cNvSpPr/>
          <p:nvPr/>
        </p:nvSpPr>
        <p:spPr>
          <a:xfrm>
            <a:off x="548640" y="3620000"/>
            <a:ext cx="350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9A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800" dirty="0"/>
          </a:p>
        </p:txBody>
      </p:sp>
      <p:sp>
        <p:nvSpPr>
          <p:cNvPr id="10" name="CardFootcare"/>
          <p:cNvSpPr/>
          <p:nvPr/>
        </p:nvSpPr>
        <p:spPr>
          <a:xfrm>
            <a:off x="5310000" y="1660000"/>
            <a:ext cx="2370500" cy="3032700"/>
          </a:xfrm>
          <a:prstGeom prst="snip1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Footcare Ph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0" y="1750000"/>
            <a:ext cx="2190500" cy="2852700"/>
          </a:xfrm>
          <a:prstGeom prst="snip1Rect">
            <a:avLst>
              <a:gd name="adj" fmla="val 5000"/>
            </a:avLst>
          </a:prstGeom>
        </p:spPr>
      </p:pic>
      <p:sp>
        <p:nvSpPr>
          <p:cNvPr id="12" name="LabelFootcare"/>
          <p:cNvSpPr/>
          <p:nvPr/>
        </p:nvSpPr>
        <p:spPr>
          <a:xfrm>
            <a:off x="5310000" y="4842700"/>
            <a:ext cx="23705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FOOT-CARE MARKET</a:t>
            </a:r>
            <a:endParaRPr lang="en-US" sz="1150" dirty="0"/>
          </a:p>
        </p:txBody>
      </p:sp>
      <p:sp>
        <p:nvSpPr>
          <p:cNvPr id="20" name="CardOrtho"/>
          <p:cNvSpPr/>
          <p:nvPr/>
        </p:nvSpPr>
        <p:spPr>
          <a:xfrm>
            <a:off x="7800500" y="1660000"/>
            <a:ext cx="1437000" cy="3032700"/>
          </a:xfrm>
          <a:prstGeom prst="snip1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Ortho Pho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0500" y="1750000"/>
            <a:ext cx="1257000" cy="2852700"/>
          </a:xfrm>
          <a:prstGeom prst="snip1Rect">
            <a:avLst>
              <a:gd name="adj" fmla="val 5000"/>
            </a:avLst>
          </a:prstGeom>
        </p:spPr>
      </p:pic>
      <p:sp>
        <p:nvSpPr>
          <p:cNvPr id="22" name="LabelOrtho"/>
          <p:cNvSpPr/>
          <p:nvPr/>
        </p:nvSpPr>
        <p:spPr>
          <a:xfrm>
            <a:off x="7800500" y="4842700"/>
            <a:ext cx="1437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ORTHOPEDIC BRACES &amp; SUPPORTS MARKET</a:t>
            </a:r>
            <a:endParaRPr lang="en-US" sz="1000" dirty="0"/>
          </a:p>
        </p:txBody>
      </p:sp>
      <p:sp>
        <p:nvSpPr>
          <p:cNvPr id="30" name="CardSport"/>
          <p:cNvSpPr/>
          <p:nvPr/>
        </p:nvSpPr>
        <p:spPr>
          <a:xfrm>
            <a:off x="9357500" y="1660000"/>
            <a:ext cx="2377100" cy="3032700"/>
          </a:xfrm>
          <a:prstGeom prst="snip1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1" name="Sport Pho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7500" y="1750000"/>
            <a:ext cx="2197100" cy="2852700"/>
          </a:xfrm>
          <a:prstGeom prst="snip1Rect">
            <a:avLst>
              <a:gd name="adj" fmla="val 5000"/>
            </a:avLst>
          </a:prstGeom>
        </p:spPr>
      </p:pic>
      <p:sp>
        <p:nvSpPr>
          <p:cNvPr id="32" name="LabelSport"/>
          <p:cNvSpPr/>
          <p:nvPr/>
        </p:nvSpPr>
        <p:spPr>
          <a:xfrm>
            <a:off x="9357500" y="4842700"/>
            <a:ext cx="23771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 MARKET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208</Words>
  <Application>Microsoft Office PowerPoint</Application>
  <PresentationFormat>מסך רחב</PresentationFormat>
  <Paragraphs>41</Paragraphs>
  <Slides>6</Slides>
  <Notes>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Eyal Sadot</cp:lastModifiedBy>
  <cp:revision>2</cp:revision>
  <dcterms:created xsi:type="dcterms:W3CDTF">2026-08-02T08:27:24Z</dcterms:created>
  <dcterms:modified xsi:type="dcterms:W3CDTF">2026-08-02T09:12:36Z</dcterms:modified>
</cp:coreProperties>
</file>