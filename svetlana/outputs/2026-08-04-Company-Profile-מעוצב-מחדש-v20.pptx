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cxnSp>
        <p:nvCxnSpPr>
          <p:cNvPr id="900" name="FooterLine"/>
          <p:cNvCxnSpPr/>
          <p:nvPr/>
        </p:nvCxnSpPr>
        <p:spPr>
          <a:xfrm>
            <a:off x="548640" y="660300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901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00" y="640800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cxnSp>
        <p:nvCxnSpPr>
          <p:cNvPr id="900" name="FooterLine"/>
          <p:cNvCxnSpPr/>
          <p:nvPr/>
        </p:nvCxnSpPr>
        <p:spPr>
          <a:xfrm>
            <a:off x="548640" y="6457950"/>
            <a:ext cx="67513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901" name="FooterLogo"/>
          <p:cNvPicPr>
            <a:picLocks noChangeAspect="1"/>
          </p:cNvPicPr>
          <p:nvPr/>
        </p:nvPicPr>
        <p:blipFill>
          <a:blip r:embed="rId901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cxnSp>
        <p:nvCxnSpPr>
          <p:cNvPr id="9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901" name="FooterLogo"/>
          <p:cNvPicPr>
            <a:picLocks noChangeAspect="1"/>
          </p:cNvPicPr>
          <p:nvPr/>
        </p:nvPicPr>
        <p:blipFill>
          <a:blip r:embed="rId901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cxnSp>
        <p:nvCxnSpPr>
          <p:cNvPr id="9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901" name="FooterLogo"/>
          <p:cNvPicPr>
            <a:picLocks noChangeAspect="1"/>
          </p:cNvPicPr>
          <p:nvPr/>
        </p:nvPicPr>
        <p:blipFill>
          <a:blip r:embed="rId901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cxnSp>
        <p:nvCxnSpPr>
          <p:cNvPr id="9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901" name="FooterLogo"/>
          <p:cNvPicPr>
            <a:picLocks noChangeAspect="1"/>
          </p:cNvPicPr>
          <p:nvPr/>
        </p:nvPicPr>
        <p:blipFill>
          <a:blip r:embed="rId901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cxnSp>
        <p:nvCxnSpPr>
          <p:cNvPr id="900" name="FooterLine"/>
          <p:cNvCxnSpPr/>
          <p:nvPr/>
        </p:nvCxnSpPr>
        <p:spPr>
          <a:xfrm>
            <a:off x="548640" y="653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901" name="FooterLogo"/>
          <p:cNvPicPr>
            <a:picLocks noChangeAspect="1"/>
          </p:cNvPicPr>
          <p:nvPr/>
        </p:nvPicPr>
        <p:blipFill>
          <a:blip r:embed="rId901"/>
          <a:stretch>
            <a:fillRect/>
          </a:stretch>
        </p:blipFill>
        <p:spPr>
          <a:xfrm>
            <a:off x="10616100" y="634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cxnSp>
        <p:nvCxnSpPr>
          <p:cNvPr id="9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901" name="FooterLogo"/>
          <p:cNvPicPr>
            <a:picLocks noChangeAspect="1"/>
          </p:cNvPicPr>
          <p:nvPr/>
        </p:nvPicPr>
        <p:blipFill>
          <a:blip r:embed="rId901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cxnSp>
        <p:nvCxnSpPr>
          <p:cNvPr id="2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201" name="Footer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201" name="Footer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