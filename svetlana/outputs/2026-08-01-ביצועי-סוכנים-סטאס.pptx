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סטאס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66 סניפי סטאס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באר שבע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איילון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בת-ים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22,168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חולון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18,892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גרנד באר-שבע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משחררים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אם-המושבות פ"ת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הקניון הגדול - פ"ת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גדרה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תחנה מרכזית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לוד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הנגב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קניון גבעתיים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רמלוד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36.6%-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הקישון יבנה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מרום נווה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דרך מצדה ב"ש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כפר-גנים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וייצמן חולון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שפיר סנטר ראש-העין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4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89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קרית רמלה (-70%), צים רהט (-64%), נאות שמיר רמלה (-58%) וביג אור-יהודה (-53%) מול קצב 2025. מומלץ: לבדוק מיידית מול הסוכן מלאי, סגל ותחרות מקומית בסניפים אלו, לפני שהמגמה ממשיכה.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01591" y="37551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70941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5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4002024"/>
            <a:ext cx="3870655" cy="110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נוה-זאב (פער +21), העצמאות בת-ים (+15), וייצמן חולון (+14, בטבלה #19), הקישון יבנה (+13, בטבלה #15) ומשחררים (+10, בטבלה #6) — חזקים באורתופדיה יחסית לשאר סניפי סטאס, אך מוכרים חלש יחסית אליהם. מומלץ: לחדד תמהיל והצגת הקטגוריה.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01591" y="524179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19607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3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488686"/>
            <a:ext cx="3870655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ישפרו פלאנט ב"ש (+87%), שבזי ראש-העין (+79%) וערערה בנגב (+39%) מול קצב 2025. מומלץ: לזהות מה עובד בסניפים אלו ולשכפל לסניפים חלשים יותר.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2026-08-01T15:05:11Z</dcterms:created>
  <dcterms:modified xsi:type="dcterms:W3CDTF">2026-08-01T15:05:11Z</dcterms:modified>
</cp:coreProperties>
</file>