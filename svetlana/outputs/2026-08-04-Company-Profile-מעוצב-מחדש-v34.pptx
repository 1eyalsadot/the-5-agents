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 rot="15305381">
            <a:off x="9984933" y="4497921"/>
            <a:ext cx="383544" cy="644369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 rot="15243276">
            <a:off x="10926702" y="4483833"/>
            <a:ext cx="243870" cy="674316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3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850880" y="3825000"/>
            <a:ext cx="500000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0"/>
                  </a:srgbClr>
                </a:gs>
              </a:gsLst>
              <a:lin ang="0" scaled="1"/>
            </a:gradFill>
          </a:ln>
        </p:spPr>
      </p:cxnSp>
      <p:cxnSp>
        <p:nvCxnSpPr>
          <p:cNvPr id="100" name="Connector0"/>
          <p:cNvCxnSpPr/>
          <p:nvPr/>
        </p:nvCxnSpPr>
        <p:spPr>
          <a:xfrm>
            <a:off x="13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5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9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6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8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3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40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2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6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4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5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50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7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9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4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1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3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7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4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6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1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8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100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4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