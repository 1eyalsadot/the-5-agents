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Lst>
  <p:sldIdLst>
    <p:sldId id="267" r:id="rId3"/>
    <p:sldId id="256" r:id="rId4"/>
    <p:sldId id="268" r:id="rId5"/>
    <p:sldId id="271" r:id="rId6"/>
    <p:sldId id="270" r:id="rId7"/>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EAC3AC-B843-4F5A-83D5-AD25E44DC702}" v="3" dt="2026-08-26T14:42:48.9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00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yal Sadot" userId="9c57a40b-08c8-435b-851c-1854c25cf41d" providerId="ADAL" clId="{02003448-2CBC-42C7-80BD-DC4C07BEB2CD}"/>
    <pc:docChg chg="addSld delSld modSld sldOrd">
      <pc:chgData name="Eyal Sadot" userId="9c57a40b-08c8-435b-851c-1854c25cf41d" providerId="ADAL" clId="{02003448-2CBC-42C7-80BD-DC4C07BEB2CD}" dt="2026-08-26T14:51:10.091" v="5"/>
      <pc:docMkLst>
        <pc:docMk/>
      </pc:docMkLst>
      <pc:sldChg chg="add">
        <pc:chgData name="Eyal Sadot" userId="9c57a40b-08c8-435b-851c-1854c25cf41d" providerId="ADAL" clId="{02003448-2CBC-42C7-80BD-DC4C07BEB2CD}" dt="2026-08-26T14:39:56.277" v="0"/>
        <pc:sldMkLst>
          <pc:docMk/>
          <pc:sldMk cId="0" sldId="268"/>
        </pc:sldMkLst>
      </pc:sldChg>
      <pc:sldChg chg="add">
        <pc:chgData name="Eyal Sadot" userId="9c57a40b-08c8-435b-851c-1854c25cf41d" providerId="ADAL" clId="{02003448-2CBC-42C7-80BD-DC4C07BEB2CD}" dt="2026-08-26T14:41:18.584" v="1"/>
        <pc:sldMkLst>
          <pc:docMk/>
          <pc:sldMk cId="0" sldId="270"/>
        </pc:sldMkLst>
      </pc:sldChg>
      <pc:sldChg chg="ord">
        <pc:chgData name="Eyal Sadot" userId="9c57a40b-08c8-435b-851c-1854c25cf41d" providerId="ADAL" clId="{02003448-2CBC-42C7-80BD-DC4C07BEB2CD}" dt="2026-08-26T14:51:10.091" v="5"/>
        <pc:sldMkLst>
          <pc:docMk/>
          <pc:sldMk cId="570178340" sldId="271"/>
        </pc:sldMkLst>
      </pc:sldChg>
      <pc:sldChg chg="add del">
        <pc:chgData name="Eyal Sadot" userId="9c57a40b-08c8-435b-851c-1854c25cf41d" providerId="ADAL" clId="{02003448-2CBC-42C7-80BD-DC4C07BEB2CD}" dt="2026-08-26T14:51:06.866" v="3" actId="47"/>
        <pc:sldMkLst>
          <pc:docMk/>
          <pc:sldMk cId="0" sldId="29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5F74CE1-B441-45B7-19DC-952AF3DB8C9A}"/>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2C4C6373-CA51-42D1-017D-2C2A22F6FD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A028B1EE-FA1C-513A-54F3-C266FC17AAE9}"/>
              </a:ext>
            </a:extLst>
          </p:cNvPr>
          <p:cNvSpPr>
            <a:spLocks noGrp="1"/>
          </p:cNvSpPr>
          <p:nvPr>
            <p:ph type="dt" sz="half" idx="10"/>
          </p:nvPr>
        </p:nvSpPr>
        <p:spPr/>
        <p:txBody>
          <a:bodyPr/>
          <a:lstStyle/>
          <a:p>
            <a:fld id="{33AB28B0-1A80-402E-9040-F554EBC84ED5}" type="datetimeFigureOut">
              <a:rPr lang="he-IL" smtClean="0"/>
              <a:t>י"ג/אלול/תשפ"ו</a:t>
            </a:fld>
            <a:endParaRPr lang="he-IL"/>
          </a:p>
        </p:txBody>
      </p:sp>
      <p:sp>
        <p:nvSpPr>
          <p:cNvPr id="5" name="מציין מיקום של כותרת תחתונה 4">
            <a:extLst>
              <a:ext uri="{FF2B5EF4-FFF2-40B4-BE49-F238E27FC236}">
                <a16:creationId xmlns:a16="http://schemas.microsoft.com/office/drawing/2014/main" id="{D99C877E-8DF2-8935-4C73-4464B2169DF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295EB56-3EDA-0637-543E-C318FD9C2E2A}"/>
              </a:ext>
            </a:extLst>
          </p:cNvPr>
          <p:cNvSpPr>
            <a:spLocks noGrp="1"/>
          </p:cNvSpPr>
          <p:nvPr>
            <p:ph type="sldNum" sz="quarter" idx="12"/>
          </p:nvPr>
        </p:nvSpPr>
        <p:spPr/>
        <p:txBody>
          <a:bodyPr/>
          <a:lstStyle/>
          <a:p>
            <a:fld id="{2FA58C38-1817-4B3A-A4A5-40E39F4AA24F}" type="slidenum">
              <a:rPr lang="he-IL" smtClean="0"/>
              <a:t>‹#›</a:t>
            </a:fld>
            <a:endParaRPr lang="he-IL"/>
          </a:p>
        </p:txBody>
      </p:sp>
    </p:spTree>
    <p:extLst>
      <p:ext uri="{BB962C8B-B14F-4D97-AF65-F5344CB8AC3E}">
        <p14:creationId xmlns:p14="http://schemas.microsoft.com/office/powerpoint/2010/main" val="1200679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4EF78D8-EC85-595F-2EF8-2476079E529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AE9C3E18-5B1D-6C46-A480-FE755DEF6737}"/>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F46E1A1-F094-3540-5C4A-8EFCB89122AA}"/>
              </a:ext>
            </a:extLst>
          </p:cNvPr>
          <p:cNvSpPr>
            <a:spLocks noGrp="1"/>
          </p:cNvSpPr>
          <p:nvPr>
            <p:ph type="dt" sz="half" idx="10"/>
          </p:nvPr>
        </p:nvSpPr>
        <p:spPr/>
        <p:txBody>
          <a:bodyPr/>
          <a:lstStyle/>
          <a:p>
            <a:fld id="{33AB28B0-1A80-402E-9040-F554EBC84ED5}" type="datetimeFigureOut">
              <a:rPr lang="he-IL" smtClean="0"/>
              <a:t>י"ג/אלול/תשפ"ו</a:t>
            </a:fld>
            <a:endParaRPr lang="he-IL"/>
          </a:p>
        </p:txBody>
      </p:sp>
      <p:sp>
        <p:nvSpPr>
          <p:cNvPr id="5" name="מציין מיקום של כותרת תחתונה 4">
            <a:extLst>
              <a:ext uri="{FF2B5EF4-FFF2-40B4-BE49-F238E27FC236}">
                <a16:creationId xmlns:a16="http://schemas.microsoft.com/office/drawing/2014/main" id="{0C64467A-C220-3F7E-4F47-5E8B8077899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E508D75-E4BA-6CAD-E501-BC1D589EEDBA}"/>
              </a:ext>
            </a:extLst>
          </p:cNvPr>
          <p:cNvSpPr>
            <a:spLocks noGrp="1"/>
          </p:cNvSpPr>
          <p:nvPr>
            <p:ph type="sldNum" sz="quarter" idx="12"/>
          </p:nvPr>
        </p:nvSpPr>
        <p:spPr/>
        <p:txBody>
          <a:bodyPr/>
          <a:lstStyle/>
          <a:p>
            <a:fld id="{2FA58C38-1817-4B3A-A4A5-40E39F4AA24F}" type="slidenum">
              <a:rPr lang="he-IL" smtClean="0"/>
              <a:t>‹#›</a:t>
            </a:fld>
            <a:endParaRPr lang="he-IL"/>
          </a:p>
        </p:txBody>
      </p:sp>
    </p:spTree>
    <p:extLst>
      <p:ext uri="{BB962C8B-B14F-4D97-AF65-F5344CB8AC3E}">
        <p14:creationId xmlns:p14="http://schemas.microsoft.com/office/powerpoint/2010/main" val="2413218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C84C39-6761-E357-6DB9-42BFCB3608FE}"/>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7E6A360D-6D4F-FEA3-8EF0-C3D4637990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EB69C66C-3483-AF9A-D88C-EE3857F09CEB}"/>
              </a:ext>
            </a:extLst>
          </p:cNvPr>
          <p:cNvSpPr>
            <a:spLocks noGrp="1"/>
          </p:cNvSpPr>
          <p:nvPr>
            <p:ph type="dt" sz="half" idx="10"/>
          </p:nvPr>
        </p:nvSpPr>
        <p:spPr/>
        <p:txBody>
          <a:bodyPr/>
          <a:lstStyle/>
          <a:p>
            <a:fld id="{33AB28B0-1A80-402E-9040-F554EBC84ED5}" type="datetimeFigureOut">
              <a:rPr lang="he-IL" smtClean="0"/>
              <a:t>י"ג/אלול/תשפ"ו</a:t>
            </a:fld>
            <a:endParaRPr lang="he-IL"/>
          </a:p>
        </p:txBody>
      </p:sp>
      <p:sp>
        <p:nvSpPr>
          <p:cNvPr id="5" name="מציין מיקום של כותרת תחתונה 4">
            <a:extLst>
              <a:ext uri="{FF2B5EF4-FFF2-40B4-BE49-F238E27FC236}">
                <a16:creationId xmlns:a16="http://schemas.microsoft.com/office/drawing/2014/main" id="{719C77A9-01EA-D891-4413-E95C0607736E}"/>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893CA96-BEAF-7610-C194-C55C3171412C}"/>
              </a:ext>
            </a:extLst>
          </p:cNvPr>
          <p:cNvSpPr>
            <a:spLocks noGrp="1"/>
          </p:cNvSpPr>
          <p:nvPr>
            <p:ph type="sldNum" sz="quarter" idx="12"/>
          </p:nvPr>
        </p:nvSpPr>
        <p:spPr/>
        <p:txBody>
          <a:bodyPr/>
          <a:lstStyle/>
          <a:p>
            <a:fld id="{2FA58C38-1817-4B3A-A4A5-40E39F4AA24F}" type="slidenum">
              <a:rPr lang="he-IL" smtClean="0"/>
              <a:t>‹#›</a:t>
            </a:fld>
            <a:endParaRPr lang="he-IL"/>
          </a:p>
        </p:txBody>
      </p:sp>
    </p:spTree>
    <p:extLst>
      <p:ext uri="{BB962C8B-B14F-4D97-AF65-F5344CB8AC3E}">
        <p14:creationId xmlns:p14="http://schemas.microsoft.com/office/powerpoint/2010/main" val="1211089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C74A347-AAA2-2BD4-5186-F9F99DF62D40}"/>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B4D765F0-1DA2-EEF5-53C6-5A755BB8D5A3}"/>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FCACE301-DCA7-9974-E593-DA7528142E98}"/>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1229FF9C-2A8D-B4AD-259C-5E321DE24353}"/>
              </a:ext>
            </a:extLst>
          </p:cNvPr>
          <p:cNvSpPr>
            <a:spLocks noGrp="1"/>
          </p:cNvSpPr>
          <p:nvPr>
            <p:ph type="dt" sz="half" idx="10"/>
          </p:nvPr>
        </p:nvSpPr>
        <p:spPr/>
        <p:txBody>
          <a:bodyPr/>
          <a:lstStyle/>
          <a:p>
            <a:fld id="{33AB28B0-1A80-402E-9040-F554EBC84ED5}" type="datetimeFigureOut">
              <a:rPr lang="he-IL" smtClean="0"/>
              <a:t>י"ג/אלול/תשפ"ו</a:t>
            </a:fld>
            <a:endParaRPr lang="he-IL"/>
          </a:p>
        </p:txBody>
      </p:sp>
      <p:sp>
        <p:nvSpPr>
          <p:cNvPr id="6" name="מציין מיקום של כותרת תחתונה 5">
            <a:extLst>
              <a:ext uri="{FF2B5EF4-FFF2-40B4-BE49-F238E27FC236}">
                <a16:creationId xmlns:a16="http://schemas.microsoft.com/office/drawing/2014/main" id="{A11D89A6-39FD-4B00-5BE0-849AD708F1D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CB7837F6-EF0B-341D-89D6-84B27193BFF3}"/>
              </a:ext>
            </a:extLst>
          </p:cNvPr>
          <p:cNvSpPr>
            <a:spLocks noGrp="1"/>
          </p:cNvSpPr>
          <p:nvPr>
            <p:ph type="sldNum" sz="quarter" idx="12"/>
          </p:nvPr>
        </p:nvSpPr>
        <p:spPr/>
        <p:txBody>
          <a:bodyPr/>
          <a:lstStyle/>
          <a:p>
            <a:fld id="{2FA58C38-1817-4B3A-A4A5-40E39F4AA24F}" type="slidenum">
              <a:rPr lang="he-IL" smtClean="0"/>
              <a:t>‹#›</a:t>
            </a:fld>
            <a:endParaRPr lang="he-IL"/>
          </a:p>
        </p:txBody>
      </p:sp>
    </p:spTree>
    <p:extLst>
      <p:ext uri="{BB962C8B-B14F-4D97-AF65-F5344CB8AC3E}">
        <p14:creationId xmlns:p14="http://schemas.microsoft.com/office/powerpoint/2010/main" val="397540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E083435-2FC4-1007-1621-F09772017CDF}"/>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F14D243-E713-865F-98E5-7D85DEBFC9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F7FD1ADA-B93A-EEFE-0741-E336E772CF99}"/>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8748404D-1E69-F1B4-76DB-43D58028EF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C8DE217C-9704-F1B4-4F02-56A611257D2C}"/>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37A6CF58-2697-8419-A373-228A72296B9B}"/>
              </a:ext>
            </a:extLst>
          </p:cNvPr>
          <p:cNvSpPr>
            <a:spLocks noGrp="1"/>
          </p:cNvSpPr>
          <p:nvPr>
            <p:ph type="dt" sz="half" idx="10"/>
          </p:nvPr>
        </p:nvSpPr>
        <p:spPr/>
        <p:txBody>
          <a:bodyPr/>
          <a:lstStyle/>
          <a:p>
            <a:fld id="{33AB28B0-1A80-402E-9040-F554EBC84ED5}" type="datetimeFigureOut">
              <a:rPr lang="he-IL" smtClean="0"/>
              <a:t>י"ג/אלול/תשפ"ו</a:t>
            </a:fld>
            <a:endParaRPr lang="he-IL"/>
          </a:p>
        </p:txBody>
      </p:sp>
      <p:sp>
        <p:nvSpPr>
          <p:cNvPr id="8" name="מציין מיקום של כותרת תחתונה 7">
            <a:extLst>
              <a:ext uri="{FF2B5EF4-FFF2-40B4-BE49-F238E27FC236}">
                <a16:creationId xmlns:a16="http://schemas.microsoft.com/office/drawing/2014/main" id="{294D8DCE-1998-7619-39DD-C815C01A20F3}"/>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CF295014-7EE6-9A94-B8D8-849132C8AAB1}"/>
              </a:ext>
            </a:extLst>
          </p:cNvPr>
          <p:cNvSpPr>
            <a:spLocks noGrp="1"/>
          </p:cNvSpPr>
          <p:nvPr>
            <p:ph type="sldNum" sz="quarter" idx="12"/>
          </p:nvPr>
        </p:nvSpPr>
        <p:spPr/>
        <p:txBody>
          <a:bodyPr/>
          <a:lstStyle/>
          <a:p>
            <a:fld id="{2FA58C38-1817-4B3A-A4A5-40E39F4AA24F}" type="slidenum">
              <a:rPr lang="he-IL" smtClean="0"/>
              <a:t>‹#›</a:t>
            </a:fld>
            <a:endParaRPr lang="he-IL"/>
          </a:p>
        </p:txBody>
      </p:sp>
    </p:spTree>
    <p:extLst>
      <p:ext uri="{BB962C8B-B14F-4D97-AF65-F5344CB8AC3E}">
        <p14:creationId xmlns:p14="http://schemas.microsoft.com/office/powerpoint/2010/main" val="281262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D0696D1-D653-F627-282A-B1893F6D3AE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0544586B-F4D9-AB14-A7FF-94AB93F4172A}"/>
              </a:ext>
            </a:extLst>
          </p:cNvPr>
          <p:cNvSpPr>
            <a:spLocks noGrp="1"/>
          </p:cNvSpPr>
          <p:nvPr>
            <p:ph type="dt" sz="half" idx="10"/>
          </p:nvPr>
        </p:nvSpPr>
        <p:spPr/>
        <p:txBody>
          <a:bodyPr/>
          <a:lstStyle/>
          <a:p>
            <a:fld id="{33AB28B0-1A80-402E-9040-F554EBC84ED5}" type="datetimeFigureOut">
              <a:rPr lang="he-IL" smtClean="0"/>
              <a:t>י"ג/אלול/תשפ"ו</a:t>
            </a:fld>
            <a:endParaRPr lang="he-IL"/>
          </a:p>
        </p:txBody>
      </p:sp>
      <p:sp>
        <p:nvSpPr>
          <p:cNvPr id="4" name="מציין מיקום של כותרת תחתונה 3">
            <a:extLst>
              <a:ext uri="{FF2B5EF4-FFF2-40B4-BE49-F238E27FC236}">
                <a16:creationId xmlns:a16="http://schemas.microsoft.com/office/drawing/2014/main" id="{9BA5AB1D-3453-3378-9AE5-9B1314085D56}"/>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F6089DAF-4356-AB1F-94F4-5296FFD1C2B0}"/>
              </a:ext>
            </a:extLst>
          </p:cNvPr>
          <p:cNvSpPr>
            <a:spLocks noGrp="1"/>
          </p:cNvSpPr>
          <p:nvPr>
            <p:ph type="sldNum" sz="quarter" idx="12"/>
          </p:nvPr>
        </p:nvSpPr>
        <p:spPr/>
        <p:txBody>
          <a:bodyPr/>
          <a:lstStyle/>
          <a:p>
            <a:fld id="{2FA58C38-1817-4B3A-A4A5-40E39F4AA24F}" type="slidenum">
              <a:rPr lang="he-IL" smtClean="0"/>
              <a:t>‹#›</a:t>
            </a:fld>
            <a:endParaRPr lang="he-IL"/>
          </a:p>
        </p:txBody>
      </p:sp>
    </p:spTree>
    <p:extLst>
      <p:ext uri="{BB962C8B-B14F-4D97-AF65-F5344CB8AC3E}">
        <p14:creationId xmlns:p14="http://schemas.microsoft.com/office/powerpoint/2010/main" val="442973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67630741-B0D1-3784-AAAD-8EBEE0314D35}"/>
              </a:ext>
            </a:extLst>
          </p:cNvPr>
          <p:cNvSpPr>
            <a:spLocks noGrp="1"/>
          </p:cNvSpPr>
          <p:nvPr>
            <p:ph type="dt" sz="half" idx="10"/>
          </p:nvPr>
        </p:nvSpPr>
        <p:spPr/>
        <p:txBody>
          <a:bodyPr/>
          <a:lstStyle/>
          <a:p>
            <a:fld id="{33AB28B0-1A80-402E-9040-F554EBC84ED5}" type="datetimeFigureOut">
              <a:rPr lang="he-IL" smtClean="0"/>
              <a:t>י"ג/אלול/תשפ"ו</a:t>
            </a:fld>
            <a:endParaRPr lang="he-IL"/>
          </a:p>
        </p:txBody>
      </p:sp>
      <p:sp>
        <p:nvSpPr>
          <p:cNvPr id="3" name="מציין מיקום של כותרת תחתונה 2">
            <a:extLst>
              <a:ext uri="{FF2B5EF4-FFF2-40B4-BE49-F238E27FC236}">
                <a16:creationId xmlns:a16="http://schemas.microsoft.com/office/drawing/2014/main" id="{E9458187-6BB4-81B1-526E-F501582A1B8C}"/>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5935AECC-713E-D12A-F480-EDAD1C054A03}"/>
              </a:ext>
            </a:extLst>
          </p:cNvPr>
          <p:cNvSpPr>
            <a:spLocks noGrp="1"/>
          </p:cNvSpPr>
          <p:nvPr>
            <p:ph type="sldNum" sz="quarter" idx="12"/>
          </p:nvPr>
        </p:nvSpPr>
        <p:spPr/>
        <p:txBody>
          <a:bodyPr/>
          <a:lstStyle/>
          <a:p>
            <a:fld id="{2FA58C38-1817-4B3A-A4A5-40E39F4AA24F}" type="slidenum">
              <a:rPr lang="he-IL" smtClean="0"/>
              <a:t>‹#›</a:t>
            </a:fld>
            <a:endParaRPr lang="he-IL"/>
          </a:p>
        </p:txBody>
      </p:sp>
    </p:spTree>
    <p:extLst>
      <p:ext uri="{BB962C8B-B14F-4D97-AF65-F5344CB8AC3E}">
        <p14:creationId xmlns:p14="http://schemas.microsoft.com/office/powerpoint/2010/main" val="3359878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B8DAF79-B08F-68AD-D6B0-2EFEFFB12396}"/>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BDB8FAB8-93FF-38F7-6496-3A1BF54DE2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F89ADEBA-D14E-AE6F-3031-53E71238D3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B22F9518-7851-46F7-9A7F-9A443D5BB1DC}"/>
              </a:ext>
            </a:extLst>
          </p:cNvPr>
          <p:cNvSpPr>
            <a:spLocks noGrp="1"/>
          </p:cNvSpPr>
          <p:nvPr>
            <p:ph type="dt" sz="half" idx="10"/>
          </p:nvPr>
        </p:nvSpPr>
        <p:spPr/>
        <p:txBody>
          <a:bodyPr/>
          <a:lstStyle/>
          <a:p>
            <a:fld id="{33AB28B0-1A80-402E-9040-F554EBC84ED5}" type="datetimeFigureOut">
              <a:rPr lang="he-IL" smtClean="0"/>
              <a:t>י"ג/אלול/תשפ"ו</a:t>
            </a:fld>
            <a:endParaRPr lang="he-IL"/>
          </a:p>
        </p:txBody>
      </p:sp>
      <p:sp>
        <p:nvSpPr>
          <p:cNvPr id="6" name="מציין מיקום של כותרת תחתונה 5">
            <a:extLst>
              <a:ext uri="{FF2B5EF4-FFF2-40B4-BE49-F238E27FC236}">
                <a16:creationId xmlns:a16="http://schemas.microsoft.com/office/drawing/2014/main" id="{95A2AB6F-3B09-4D81-D55D-50C1156D58B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EEE26ED7-5A55-9D15-E9C7-061E6BB18CE4}"/>
              </a:ext>
            </a:extLst>
          </p:cNvPr>
          <p:cNvSpPr>
            <a:spLocks noGrp="1"/>
          </p:cNvSpPr>
          <p:nvPr>
            <p:ph type="sldNum" sz="quarter" idx="12"/>
          </p:nvPr>
        </p:nvSpPr>
        <p:spPr/>
        <p:txBody>
          <a:bodyPr/>
          <a:lstStyle/>
          <a:p>
            <a:fld id="{2FA58C38-1817-4B3A-A4A5-40E39F4AA24F}" type="slidenum">
              <a:rPr lang="he-IL" smtClean="0"/>
              <a:t>‹#›</a:t>
            </a:fld>
            <a:endParaRPr lang="he-IL"/>
          </a:p>
        </p:txBody>
      </p:sp>
    </p:spTree>
    <p:extLst>
      <p:ext uri="{BB962C8B-B14F-4D97-AF65-F5344CB8AC3E}">
        <p14:creationId xmlns:p14="http://schemas.microsoft.com/office/powerpoint/2010/main" val="1149632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9535632-F68D-AAD8-06E8-539429447AB6}"/>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AABAE645-B3EE-EB1F-BAAC-54BC74CCC3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3A3A83C9-3913-2473-D02B-DC50DB606B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239BE31F-F64D-4045-71A4-A32377B620E7}"/>
              </a:ext>
            </a:extLst>
          </p:cNvPr>
          <p:cNvSpPr>
            <a:spLocks noGrp="1"/>
          </p:cNvSpPr>
          <p:nvPr>
            <p:ph type="dt" sz="half" idx="10"/>
          </p:nvPr>
        </p:nvSpPr>
        <p:spPr/>
        <p:txBody>
          <a:bodyPr/>
          <a:lstStyle/>
          <a:p>
            <a:fld id="{33AB28B0-1A80-402E-9040-F554EBC84ED5}" type="datetimeFigureOut">
              <a:rPr lang="he-IL" smtClean="0"/>
              <a:t>י"ג/אלול/תשפ"ו</a:t>
            </a:fld>
            <a:endParaRPr lang="he-IL"/>
          </a:p>
        </p:txBody>
      </p:sp>
      <p:sp>
        <p:nvSpPr>
          <p:cNvPr id="6" name="מציין מיקום של כותרת תחתונה 5">
            <a:extLst>
              <a:ext uri="{FF2B5EF4-FFF2-40B4-BE49-F238E27FC236}">
                <a16:creationId xmlns:a16="http://schemas.microsoft.com/office/drawing/2014/main" id="{1F56D171-B0B1-DBFA-001F-33139FC4D33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7602F9B0-E258-6BFD-0E82-D9DA89CA9DE2}"/>
              </a:ext>
            </a:extLst>
          </p:cNvPr>
          <p:cNvSpPr>
            <a:spLocks noGrp="1"/>
          </p:cNvSpPr>
          <p:nvPr>
            <p:ph type="sldNum" sz="quarter" idx="12"/>
          </p:nvPr>
        </p:nvSpPr>
        <p:spPr/>
        <p:txBody>
          <a:bodyPr/>
          <a:lstStyle/>
          <a:p>
            <a:fld id="{2FA58C38-1817-4B3A-A4A5-40E39F4AA24F}" type="slidenum">
              <a:rPr lang="he-IL" smtClean="0"/>
              <a:t>‹#›</a:t>
            </a:fld>
            <a:endParaRPr lang="he-IL"/>
          </a:p>
        </p:txBody>
      </p:sp>
    </p:spTree>
    <p:extLst>
      <p:ext uri="{BB962C8B-B14F-4D97-AF65-F5344CB8AC3E}">
        <p14:creationId xmlns:p14="http://schemas.microsoft.com/office/powerpoint/2010/main" val="2283623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8796EE9-B246-B35E-8121-2D31CDDA57A6}"/>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1DD622EB-A0A3-66A3-A009-DBA1B70C0960}"/>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BE26D28-1357-D08D-F8A5-C52192263D59}"/>
              </a:ext>
            </a:extLst>
          </p:cNvPr>
          <p:cNvSpPr>
            <a:spLocks noGrp="1"/>
          </p:cNvSpPr>
          <p:nvPr>
            <p:ph type="dt" sz="half" idx="10"/>
          </p:nvPr>
        </p:nvSpPr>
        <p:spPr/>
        <p:txBody>
          <a:bodyPr/>
          <a:lstStyle/>
          <a:p>
            <a:fld id="{33AB28B0-1A80-402E-9040-F554EBC84ED5}" type="datetimeFigureOut">
              <a:rPr lang="he-IL" smtClean="0"/>
              <a:t>י"ג/אלול/תשפ"ו</a:t>
            </a:fld>
            <a:endParaRPr lang="he-IL"/>
          </a:p>
        </p:txBody>
      </p:sp>
      <p:sp>
        <p:nvSpPr>
          <p:cNvPr id="5" name="מציין מיקום של כותרת תחתונה 4">
            <a:extLst>
              <a:ext uri="{FF2B5EF4-FFF2-40B4-BE49-F238E27FC236}">
                <a16:creationId xmlns:a16="http://schemas.microsoft.com/office/drawing/2014/main" id="{8AC6CA6B-EBFB-F201-9C9B-098F7CED310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147CF87E-F330-86F9-6661-5AE96D54F582}"/>
              </a:ext>
            </a:extLst>
          </p:cNvPr>
          <p:cNvSpPr>
            <a:spLocks noGrp="1"/>
          </p:cNvSpPr>
          <p:nvPr>
            <p:ph type="sldNum" sz="quarter" idx="12"/>
          </p:nvPr>
        </p:nvSpPr>
        <p:spPr/>
        <p:txBody>
          <a:bodyPr/>
          <a:lstStyle/>
          <a:p>
            <a:fld id="{2FA58C38-1817-4B3A-A4A5-40E39F4AA24F}" type="slidenum">
              <a:rPr lang="he-IL" smtClean="0"/>
              <a:t>‹#›</a:t>
            </a:fld>
            <a:endParaRPr lang="he-IL"/>
          </a:p>
        </p:txBody>
      </p:sp>
    </p:spTree>
    <p:extLst>
      <p:ext uri="{BB962C8B-B14F-4D97-AF65-F5344CB8AC3E}">
        <p14:creationId xmlns:p14="http://schemas.microsoft.com/office/powerpoint/2010/main" val="394904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AAC7C3AD-0A17-B93D-9312-3EF13A88F6EA}"/>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4DD3E7DE-EFB3-128B-6739-5B6416A76C8D}"/>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C60500E-8883-0791-46BE-DDE0795ED166}"/>
              </a:ext>
            </a:extLst>
          </p:cNvPr>
          <p:cNvSpPr>
            <a:spLocks noGrp="1"/>
          </p:cNvSpPr>
          <p:nvPr>
            <p:ph type="dt" sz="half" idx="10"/>
          </p:nvPr>
        </p:nvSpPr>
        <p:spPr/>
        <p:txBody>
          <a:bodyPr/>
          <a:lstStyle/>
          <a:p>
            <a:fld id="{33AB28B0-1A80-402E-9040-F554EBC84ED5}" type="datetimeFigureOut">
              <a:rPr lang="he-IL" smtClean="0"/>
              <a:t>י"ג/אלול/תשפ"ו</a:t>
            </a:fld>
            <a:endParaRPr lang="he-IL"/>
          </a:p>
        </p:txBody>
      </p:sp>
      <p:sp>
        <p:nvSpPr>
          <p:cNvPr id="5" name="מציין מיקום של כותרת תחתונה 4">
            <a:extLst>
              <a:ext uri="{FF2B5EF4-FFF2-40B4-BE49-F238E27FC236}">
                <a16:creationId xmlns:a16="http://schemas.microsoft.com/office/drawing/2014/main" id="{347EE8CC-9951-60B1-FF8F-2378987F1A4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A39A65B-7EEC-1FFC-99BA-438E9B24F6B2}"/>
              </a:ext>
            </a:extLst>
          </p:cNvPr>
          <p:cNvSpPr>
            <a:spLocks noGrp="1"/>
          </p:cNvSpPr>
          <p:nvPr>
            <p:ph type="sldNum" sz="quarter" idx="12"/>
          </p:nvPr>
        </p:nvSpPr>
        <p:spPr/>
        <p:txBody>
          <a:bodyPr/>
          <a:lstStyle/>
          <a:p>
            <a:fld id="{2FA58C38-1817-4B3A-A4A5-40E39F4AA24F}" type="slidenum">
              <a:rPr lang="he-IL" smtClean="0"/>
              <a:t>‹#›</a:t>
            </a:fld>
            <a:endParaRPr lang="he-IL"/>
          </a:p>
        </p:txBody>
      </p:sp>
    </p:spTree>
    <p:extLst>
      <p:ext uri="{BB962C8B-B14F-4D97-AF65-F5344CB8AC3E}">
        <p14:creationId xmlns:p14="http://schemas.microsoft.com/office/powerpoint/2010/main" val="493188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93655D5-7B76-BDB2-D9B2-433ECE4B24D1}"/>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endParaRPr lang="en-IL"/>
          </a:p>
        </p:txBody>
      </p:sp>
      <p:sp>
        <p:nvSpPr>
          <p:cNvPr id="3" name="כותרת משנה 2">
            <a:extLst>
              <a:ext uri="{FF2B5EF4-FFF2-40B4-BE49-F238E27FC236}">
                <a16:creationId xmlns:a16="http://schemas.microsoft.com/office/drawing/2014/main" id="{C163DF22-3979-AEED-67F9-FFA6CD8B4A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IL"/>
          </a:p>
        </p:txBody>
      </p:sp>
      <p:sp>
        <p:nvSpPr>
          <p:cNvPr id="4" name="מציין מיקום של תאריך 3">
            <a:extLst>
              <a:ext uri="{FF2B5EF4-FFF2-40B4-BE49-F238E27FC236}">
                <a16:creationId xmlns:a16="http://schemas.microsoft.com/office/drawing/2014/main" id="{FDF4C6B0-6865-9368-4A2A-5F992B973D8B}"/>
              </a:ext>
            </a:extLst>
          </p:cNvPr>
          <p:cNvSpPr>
            <a:spLocks noGrp="1"/>
          </p:cNvSpPr>
          <p:nvPr>
            <p:ph type="dt" sz="half" idx="10"/>
          </p:nvPr>
        </p:nvSpPr>
        <p:spPr/>
        <p:txBody>
          <a:bodyPr/>
          <a:lstStyle/>
          <a:p>
            <a:fld id="{86AAF1C5-50B2-4937-8234-44C132520904}" type="datetimeFigureOut">
              <a:rPr lang="en-IL" smtClean="0"/>
              <a:t>08/26/2026</a:t>
            </a:fld>
            <a:endParaRPr lang="en-IL"/>
          </a:p>
        </p:txBody>
      </p:sp>
      <p:sp>
        <p:nvSpPr>
          <p:cNvPr id="5" name="מציין מיקום של כותרת תחתונה 4">
            <a:extLst>
              <a:ext uri="{FF2B5EF4-FFF2-40B4-BE49-F238E27FC236}">
                <a16:creationId xmlns:a16="http://schemas.microsoft.com/office/drawing/2014/main" id="{C91AE897-159A-FE08-2B04-BEA2D209F8C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142E9A4F-16BB-D175-FAA5-3926D3C0033E}"/>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478207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2E1ED7-A5E2-E434-90CB-2985AEA8CE6E}"/>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3FB50BF1-6323-6188-32E2-0AB50D0B7844}"/>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1C2E2D15-7E11-D558-04F6-861EC1FE372D}"/>
              </a:ext>
            </a:extLst>
          </p:cNvPr>
          <p:cNvSpPr>
            <a:spLocks noGrp="1"/>
          </p:cNvSpPr>
          <p:nvPr>
            <p:ph type="dt" sz="half" idx="10"/>
          </p:nvPr>
        </p:nvSpPr>
        <p:spPr/>
        <p:txBody>
          <a:bodyPr/>
          <a:lstStyle/>
          <a:p>
            <a:fld id="{86AAF1C5-50B2-4937-8234-44C132520904}" type="datetimeFigureOut">
              <a:rPr lang="en-IL" smtClean="0"/>
              <a:t>08/26/2026</a:t>
            </a:fld>
            <a:endParaRPr lang="en-IL"/>
          </a:p>
        </p:txBody>
      </p:sp>
      <p:sp>
        <p:nvSpPr>
          <p:cNvPr id="5" name="מציין מיקום של כותרת תחתונה 4">
            <a:extLst>
              <a:ext uri="{FF2B5EF4-FFF2-40B4-BE49-F238E27FC236}">
                <a16:creationId xmlns:a16="http://schemas.microsoft.com/office/drawing/2014/main" id="{3A461362-2BC8-E594-001F-647FF3E7FB04}"/>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D8D74CD1-C3FC-0A4B-1549-3AF85DF2B13A}"/>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614791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7B75F83-BCB1-4B12-A816-9BFA8C0D45FB}"/>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C5416C64-EEAC-E597-C67C-8628531259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976EB92B-E76E-FBAB-C215-1FC745F3AA25}"/>
              </a:ext>
            </a:extLst>
          </p:cNvPr>
          <p:cNvSpPr>
            <a:spLocks noGrp="1"/>
          </p:cNvSpPr>
          <p:nvPr>
            <p:ph type="dt" sz="half" idx="10"/>
          </p:nvPr>
        </p:nvSpPr>
        <p:spPr/>
        <p:txBody>
          <a:bodyPr/>
          <a:lstStyle/>
          <a:p>
            <a:fld id="{86AAF1C5-50B2-4937-8234-44C132520904}" type="datetimeFigureOut">
              <a:rPr lang="en-IL" smtClean="0"/>
              <a:t>08/26/2026</a:t>
            </a:fld>
            <a:endParaRPr lang="en-IL"/>
          </a:p>
        </p:txBody>
      </p:sp>
      <p:sp>
        <p:nvSpPr>
          <p:cNvPr id="5" name="מציין מיקום של כותרת תחתונה 4">
            <a:extLst>
              <a:ext uri="{FF2B5EF4-FFF2-40B4-BE49-F238E27FC236}">
                <a16:creationId xmlns:a16="http://schemas.microsoft.com/office/drawing/2014/main" id="{FAC925C5-1874-EC92-1041-5CB03A9712C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2744C32C-730C-AAA6-1858-8CFC9B043813}"/>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359821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3961AAB-9C72-2379-0782-0BA4AD4A4E72}"/>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77F69A76-C002-A3EA-DCCD-1FABDD769BFE}"/>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תוכן 3">
            <a:extLst>
              <a:ext uri="{FF2B5EF4-FFF2-40B4-BE49-F238E27FC236}">
                <a16:creationId xmlns:a16="http://schemas.microsoft.com/office/drawing/2014/main" id="{82C4C56E-D457-2853-96BA-3127F904DB7F}"/>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של תאריך 4">
            <a:extLst>
              <a:ext uri="{FF2B5EF4-FFF2-40B4-BE49-F238E27FC236}">
                <a16:creationId xmlns:a16="http://schemas.microsoft.com/office/drawing/2014/main" id="{B0DEA4C6-3BF0-4249-2C99-647166635D3E}"/>
              </a:ext>
            </a:extLst>
          </p:cNvPr>
          <p:cNvSpPr>
            <a:spLocks noGrp="1"/>
          </p:cNvSpPr>
          <p:nvPr>
            <p:ph type="dt" sz="half" idx="10"/>
          </p:nvPr>
        </p:nvSpPr>
        <p:spPr/>
        <p:txBody>
          <a:bodyPr/>
          <a:lstStyle/>
          <a:p>
            <a:fld id="{86AAF1C5-50B2-4937-8234-44C132520904}" type="datetimeFigureOut">
              <a:rPr lang="en-IL" smtClean="0"/>
              <a:t>08/26/2026</a:t>
            </a:fld>
            <a:endParaRPr lang="en-IL"/>
          </a:p>
        </p:txBody>
      </p:sp>
      <p:sp>
        <p:nvSpPr>
          <p:cNvPr id="6" name="מציין מיקום של כותרת תחתונה 5">
            <a:extLst>
              <a:ext uri="{FF2B5EF4-FFF2-40B4-BE49-F238E27FC236}">
                <a16:creationId xmlns:a16="http://schemas.microsoft.com/office/drawing/2014/main" id="{6455BA81-6A9D-13D2-A593-7A87C28EB787}"/>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F122330C-FF64-3101-BE69-02E15C63124A}"/>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3025849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5C1FAC-5FF4-0B59-4531-3DD3B20D97D6}"/>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2B1611AB-ABBA-DA78-AB2E-3CD2D420A6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278590BE-75B3-1AD8-1BA7-297B072F5A7F}"/>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טקסט 4">
            <a:extLst>
              <a:ext uri="{FF2B5EF4-FFF2-40B4-BE49-F238E27FC236}">
                <a16:creationId xmlns:a16="http://schemas.microsoft.com/office/drawing/2014/main" id="{A85205DA-C2D3-42C8-876B-BE88FEC677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CBBE61D1-0D81-A7BF-82F1-8C9AACAE800E}"/>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7" name="מציין מיקום של תאריך 6">
            <a:extLst>
              <a:ext uri="{FF2B5EF4-FFF2-40B4-BE49-F238E27FC236}">
                <a16:creationId xmlns:a16="http://schemas.microsoft.com/office/drawing/2014/main" id="{BE35E78D-9F79-340D-2AFF-FC6C7F03613C}"/>
              </a:ext>
            </a:extLst>
          </p:cNvPr>
          <p:cNvSpPr>
            <a:spLocks noGrp="1"/>
          </p:cNvSpPr>
          <p:nvPr>
            <p:ph type="dt" sz="half" idx="10"/>
          </p:nvPr>
        </p:nvSpPr>
        <p:spPr/>
        <p:txBody>
          <a:bodyPr/>
          <a:lstStyle/>
          <a:p>
            <a:fld id="{86AAF1C5-50B2-4937-8234-44C132520904}" type="datetimeFigureOut">
              <a:rPr lang="en-IL" smtClean="0"/>
              <a:t>08/26/2026</a:t>
            </a:fld>
            <a:endParaRPr lang="en-IL"/>
          </a:p>
        </p:txBody>
      </p:sp>
      <p:sp>
        <p:nvSpPr>
          <p:cNvPr id="8" name="מציין מיקום של כותרת תחתונה 7">
            <a:extLst>
              <a:ext uri="{FF2B5EF4-FFF2-40B4-BE49-F238E27FC236}">
                <a16:creationId xmlns:a16="http://schemas.microsoft.com/office/drawing/2014/main" id="{9CB09053-5BDF-1BC5-0BB4-09B3C7D8355D}"/>
              </a:ext>
            </a:extLst>
          </p:cNvPr>
          <p:cNvSpPr>
            <a:spLocks noGrp="1"/>
          </p:cNvSpPr>
          <p:nvPr>
            <p:ph type="ftr" sz="quarter" idx="11"/>
          </p:nvPr>
        </p:nvSpPr>
        <p:spPr/>
        <p:txBody>
          <a:bodyPr/>
          <a:lstStyle/>
          <a:p>
            <a:endParaRPr lang="en-IL"/>
          </a:p>
        </p:txBody>
      </p:sp>
      <p:sp>
        <p:nvSpPr>
          <p:cNvPr id="9" name="מציין מיקום של מספר שקופית 8">
            <a:extLst>
              <a:ext uri="{FF2B5EF4-FFF2-40B4-BE49-F238E27FC236}">
                <a16:creationId xmlns:a16="http://schemas.microsoft.com/office/drawing/2014/main" id="{42ADDDC0-B589-4E9A-8A3E-2F1BCBFAB7F9}"/>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37362089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EBF8E03-04EC-D433-5A50-C8DBBEF2DDF8}"/>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תאריך 2">
            <a:extLst>
              <a:ext uri="{FF2B5EF4-FFF2-40B4-BE49-F238E27FC236}">
                <a16:creationId xmlns:a16="http://schemas.microsoft.com/office/drawing/2014/main" id="{80D2DE77-9B1D-A8F6-39F2-83AB364C84E8}"/>
              </a:ext>
            </a:extLst>
          </p:cNvPr>
          <p:cNvSpPr>
            <a:spLocks noGrp="1"/>
          </p:cNvSpPr>
          <p:nvPr>
            <p:ph type="dt" sz="half" idx="10"/>
          </p:nvPr>
        </p:nvSpPr>
        <p:spPr/>
        <p:txBody>
          <a:bodyPr/>
          <a:lstStyle/>
          <a:p>
            <a:fld id="{86AAF1C5-50B2-4937-8234-44C132520904}" type="datetimeFigureOut">
              <a:rPr lang="en-IL" smtClean="0"/>
              <a:t>08/26/2026</a:t>
            </a:fld>
            <a:endParaRPr lang="en-IL"/>
          </a:p>
        </p:txBody>
      </p:sp>
      <p:sp>
        <p:nvSpPr>
          <p:cNvPr id="4" name="מציין מיקום של כותרת תחתונה 3">
            <a:extLst>
              <a:ext uri="{FF2B5EF4-FFF2-40B4-BE49-F238E27FC236}">
                <a16:creationId xmlns:a16="http://schemas.microsoft.com/office/drawing/2014/main" id="{76EB72B3-36E6-629C-E1BB-B7FE2C080499}"/>
              </a:ext>
            </a:extLst>
          </p:cNvPr>
          <p:cNvSpPr>
            <a:spLocks noGrp="1"/>
          </p:cNvSpPr>
          <p:nvPr>
            <p:ph type="ftr" sz="quarter" idx="11"/>
          </p:nvPr>
        </p:nvSpPr>
        <p:spPr/>
        <p:txBody>
          <a:bodyPr/>
          <a:lstStyle/>
          <a:p>
            <a:endParaRPr lang="en-IL"/>
          </a:p>
        </p:txBody>
      </p:sp>
      <p:sp>
        <p:nvSpPr>
          <p:cNvPr id="5" name="מציין מיקום של מספר שקופית 4">
            <a:extLst>
              <a:ext uri="{FF2B5EF4-FFF2-40B4-BE49-F238E27FC236}">
                <a16:creationId xmlns:a16="http://schemas.microsoft.com/office/drawing/2014/main" id="{49DA9D9B-DDFF-886C-E62B-5016B02FA062}"/>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2631125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B3C9AF8F-1C68-F68D-8E47-5099453F8B24}"/>
              </a:ext>
            </a:extLst>
          </p:cNvPr>
          <p:cNvSpPr>
            <a:spLocks noGrp="1"/>
          </p:cNvSpPr>
          <p:nvPr>
            <p:ph type="dt" sz="half" idx="10"/>
          </p:nvPr>
        </p:nvSpPr>
        <p:spPr/>
        <p:txBody>
          <a:bodyPr/>
          <a:lstStyle/>
          <a:p>
            <a:fld id="{86AAF1C5-50B2-4937-8234-44C132520904}" type="datetimeFigureOut">
              <a:rPr lang="en-IL" smtClean="0"/>
              <a:t>08/26/2026</a:t>
            </a:fld>
            <a:endParaRPr lang="en-IL"/>
          </a:p>
        </p:txBody>
      </p:sp>
      <p:sp>
        <p:nvSpPr>
          <p:cNvPr id="3" name="מציין מיקום של כותרת תחתונה 2">
            <a:extLst>
              <a:ext uri="{FF2B5EF4-FFF2-40B4-BE49-F238E27FC236}">
                <a16:creationId xmlns:a16="http://schemas.microsoft.com/office/drawing/2014/main" id="{A8C2006C-C864-1BCA-350D-776A6C90DB05}"/>
              </a:ext>
            </a:extLst>
          </p:cNvPr>
          <p:cNvSpPr>
            <a:spLocks noGrp="1"/>
          </p:cNvSpPr>
          <p:nvPr>
            <p:ph type="ftr" sz="quarter" idx="11"/>
          </p:nvPr>
        </p:nvSpPr>
        <p:spPr/>
        <p:txBody>
          <a:bodyPr/>
          <a:lstStyle/>
          <a:p>
            <a:endParaRPr lang="en-IL"/>
          </a:p>
        </p:txBody>
      </p:sp>
      <p:sp>
        <p:nvSpPr>
          <p:cNvPr id="4" name="מציין מיקום של מספר שקופית 3">
            <a:extLst>
              <a:ext uri="{FF2B5EF4-FFF2-40B4-BE49-F238E27FC236}">
                <a16:creationId xmlns:a16="http://schemas.microsoft.com/office/drawing/2014/main" id="{BB80805E-A7D9-59B1-F7FE-DB493EB7E825}"/>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0608805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CB6E9FD-BDCA-8615-5C76-9AE455484967}"/>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D9BEE56B-884A-FF20-6F16-78E1FFA482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טקסט 3">
            <a:extLst>
              <a:ext uri="{FF2B5EF4-FFF2-40B4-BE49-F238E27FC236}">
                <a16:creationId xmlns:a16="http://schemas.microsoft.com/office/drawing/2014/main" id="{1318CFB7-7D0E-5FF6-195E-0D12C73D77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FA9EA98F-4AB6-617B-0ACB-46F84A97ADE2}"/>
              </a:ext>
            </a:extLst>
          </p:cNvPr>
          <p:cNvSpPr>
            <a:spLocks noGrp="1"/>
          </p:cNvSpPr>
          <p:nvPr>
            <p:ph type="dt" sz="half" idx="10"/>
          </p:nvPr>
        </p:nvSpPr>
        <p:spPr/>
        <p:txBody>
          <a:bodyPr/>
          <a:lstStyle/>
          <a:p>
            <a:fld id="{86AAF1C5-50B2-4937-8234-44C132520904}" type="datetimeFigureOut">
              <a:rPr lang="en-IL" smtClean="0"/>
              <a:t>08/26/2026</a:t>
            </a:fld>
            <a:endParaRPr lang="en-IL"/>
          </a:p>
        </p:txBody>
      </p:sp>
      <p:sp>
        <p:nvSpPr>
          <p:cNvPr id="6" name="מציין מיקום של כותרת תחתונה 5">
            <a:extLst>
              <a:ext uri="{FF2B5EF4-FFF2-40B4-BE49-F238E27FC236}">
                <a16:creationId xmlns:a16="http://schemas.microsoft.com/office/drawing/2014/main" id="{B5323F00-1778-747D-4CA3-7BE566ED1AE1}"/>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92B465A2-907D-FB84-6055-CBFCE4DE316C}"/>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3552036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2FA106A-289E-871F-F5F5-8CC8CADFDC2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של תמונה 2">
            <a:extLst>
              <a:ext uri="{FF2B5EF4-FFF2-40B4-BE49-F238E27FC236}">
                <a16:creationId xmlns:a16="http://schemas.microsoft.com/office/drawing/2014/main" id="{BEA8EC99-AB5D-08CE-C63E-479D1F26A8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מציין מיקום טקסט 3">
            <a:extLst>
              <a:ext uri="{FF2B5EF4-FFF2-40B4-BE49-F238E27FC236}">
                <a16:creationId xmlns:a16="http://schemas.microsoft.com/office/drawing/2014/main" id="{BB75CA46-2A8A-A500-73E6-574585BC6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9CE62B9-52EE-063D-A438-9E61AE1518C8}"/>
              </a:ext>
            </a:extLst>
          </p:cNvPr>
          <p:cNvSpPr>
            <a:spLocks noGrp="1"/>
          </p:cNvSpPr>
          <p:nvPr>
            <p:ph type="dt" sz="half" idx="10"/>
          </p:nvPr>
        </p:nvSpPr>
        <p:spPr/>
        <p:txBody>
          <a:bodyPr/>
          <a:lstStyle/>
          <a:p>
            <a:fld id="{86AAF1C5-50B2-4937-8234-44C132520904}" type="datetimeFigureOut">
              <a:rPr lang="en-IL" smtClean="0"/>
              <a:t>08/26/2026</a:t>
            </a:fld>
            <a:endParaRPr lang="en-IL"/>
          </a:p>
        </p:txBody>
      </p:sp>
      <p:sp>
        <p:nvSpPr>
          <p:cNvPr id="6" name="מציין מיקום של כותרת תחתונה 5">
            <a:extLst>
              <a:ext uri="{FF2B5EF4-FFF2-40B4-BE49-F238E27FC236}">
                <a16:creationId xmlns:a16="http://schemas.microsoft.com/office/drawing/2014/main" id="{AA824396-F9DB-75DA-33C9-2B779900C1D4}"/>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EC378360-5782-0A4E-2B7D-485BDFF835B2}"/>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5729343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3DEF039-C6BC-A819-D595-4A20803C28B3}"/>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903D74BD-55F5-0C77-6FD9-0CF39A901E51}"/>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5DAA8960-576B-9503-F8FD-760E173FB6AE}"/>
              </a:ext>
            </a:extLst>
          </p:cNvPr>
          <p:cNvSpPr>
            <a:spLocks noGrp="1"/>
          </p:cNvSpPr>
          <p:nvPr>
            <p:ph type="dt" sz="half" idx="10"/>
          </p:nvPr>
        </p:nvSpPr>
        <p:spPr/>
        <p:txBody>
          <a:bodyPr/>
          <a:lstStyle/>
          <a:p>
            <a:fld id="{86AAF1C5-50B2-4937-8234-44C132520904}" type="datetimeFigureOut">
              <a:rPr lang="en-IL" smtClean="0"/>
              <a:t>08/26/2026</a:t>
            </a:fld>
            <a:endParaRPr lang="en-IL"/>
          </a:p>
        </p:txBody>
      </p:sp>
      <p:sp>
        <p:nvSpPr>
          <p:cNvPr id="5" name="מציין מיקום של כותרת תחתונה 4">
            <a:extLst>
              <a:ext uri="{FF2B5EF4-FFF2-40B4-BE49-F238E27FC236}">
                <a16:creationId xmlns:a16="http://schemas.microsoft.com/office/drawing/2014/main" id="{6A77FD7E-A75B-13CC-CDBB-C7134997A07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3E207FB3-3023-8836-8CD2-AEE0C530BD50}"/>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33171618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133AF92A-CF65-F8BD-9C54-9BD4A8F66AF6}"/>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9E3758F1-E76F-F635-23AE-297B21E242BC}"/>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E53EEDB9-1BD2-CF0C-1B70-668C29D410A6}"/>
              </a:ext>
            </a:extLst>
          </p:cNvPr>
          <p:cNvSpPr>
            <a:spLocks noGrp="1"/>
          </p:cNvSpPr>
          <p:nvPr>
            <p:ph type="dt" sz="half" idx="10"/>
          </p:nvPr>
        </p:nvSpPr>
        <p:spPr/>
        <p:txBody>
          <a:bodyPr/>
          <a:lstStyle/>
          <a:p>
            <a:fld id="{86AAF1C5-50B2-4937-8234-44C132520904}" type="datetimeFigureOut">
              <a:rPr lang="en-IL" smtClean="0"/>
              <a:t>08/26/2026</a:t>
            </a:fld>
            <a:endParaRPr lang="en-IL"/>
          </a:p>
        </p:txBody>
      </p:sp>
      <p:sp>
        <p:nvSpPr>
          <p:cNvPr id="5" name="מציין מיקום של כותרת תחתונה 4">
            <a:extLst>
              <a:ext uri="{FF2B5EF4-FFF2-40B4-BE49-F238E27FC236}">
                <a16:creationId xmlns:a16="http://schemas.microsoft.com/office/drawing/2014/main" id="{FC81EF60-A0DC-1B56-1082-11B50107110A}"/>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E74F17FA-932C-6CCC-0DA8-3922C316EA71}"/>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976597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1235910E-6B89-D799-5369-53FD2743BE1D}"/>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C41686D5-0BE9-B43F-3FCF-0FF1FF700062}"/>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A3C8614-ABBF-3378-B9A9-3A998A2D08B3}"/>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33AB28B0-1A80-402E-9040-F554EBC84ED5}" type="datetimeFigureOut">
              <a:rPr lang="he-IL" smtClean="0"/>
              <a:t>י"ג/אלול/תשפ"ו</a:t>
            </a:fld>
            <a:endParaRPr lang="he-IL"/>
          </a:p>
        </p:txBody>
      </p:sp>
      <p:sp>
        <p:nvSpPr>
          <p:cNvPr id="5" name="מציין מיקום של כותרת תחתונה 4">
            <a:extLst>
              <a:ext uri="{FF2B5EF4-FFF2-40B4-BE49-F238E27FC236}">
                <a16:creationId xmlns:a16="http://schemas.microsoft.com/office/drawing/2014/main" id="{593D65E2-A408-67F4-4713-DD8E2F8F9B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6ACBE4D0-AE47-C18C-A27B-EB5D6CD5C1E5}"/>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2FA58C38-1817-4B3A-A4A5-40E39F4AA24F}" type="slidenum">
              <a:rPr lang="he-IL" smtClean="0"/>
              <a:t>‹#›</a:t>
            </a:fld>
            <a:endParaRPr lang="he-IL"/>
          </a:p>
        </p:txBody>
      </p:sp>
    </p:spTree>
    <p:extLst>
      <p:ext uri="{BB962C8B-B14F-4D97-AF65-F5344CB8AC3E}">
        <p14:creationId xmlns:p14="http://schemas.microsoft.com/office/powerpoint/2010/main" val="19168632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DF0BBCCB-73E7-59B5-1FA6-454B65360E3A}"/>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1956500C-A04C-EC5C-FB8B-FB20266DF7A1}"/>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AA44FF6E-D523-BBE0-054B-C69A1CA7934B}"/>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86AAF1C5-50B2-4937-8234-44C132520904}" type="datetimeFigureOut">
              <a:rPr lang="en-IL" smtClean="0"/>
              <a:t>08/26/2026</a:t>
            </a:fld>
            <a:endParaRPr lang="en-IL"/>
          </a:p>
        </p:txBody>
      </p:sp>
      <p:sp>
        <p:nvSpPr>
          <p:cNvPr id="5" name="מציין מיקום של כותרת תחתונה 4">
            <a:extLst>
              <a:ext uri="{FF2B5EF4-FFF2-40B4-BE49-F238E27FC236}">
                <a16:creationId xmlns:a16="http://schemas.microsoft.com/office/drawing/2014/main" id="{E3201DA7-8EE9-7183-0C56-4477E25239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IL"/>
          </a:p>
        </p:txBody>
      </p:sp>
      <p:sp>
        <p:nvSpPr>
          <p:cNvPr id="6" name="מציין מיקום של מספר שקופית 5">
            <a:extLst>
              <a:ext uri="{FF2B5EF4-FFF2-40B4-BE49-F238E27FC236}">
                <a16:creationId xmlns:a16="http://schemas.microsoft.com/office/drawing/2014/main" id="{A915B221-736A-9F3F-D305-29A35AB23CA2}"/>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AE15F64-39BB-45C3-BBE5-65357DD70B42}" type="slidenum">
              <a:rPr lang="en-IL" smtClean="0"/>
              <a:t>‹#›</a:t>
            </a:fld>
            <a:endParaRPr lang="en-IL"/>
          </a:p>
        </p:txBody>
      </p:sp>
    </p:spTree>
    <p:extLst>
      <p:ext uri="{BB962C8B-B14F-4D97-AF65-F5344CB8AC3E}">
        <p14:creationId xmlns:p14="http://schemas.microsoft.com/office/powerpoint/2010/main" val="10491333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image" Target="../media/image9.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roduct lumbo"/>
          <p:cNvPicPr>
            <a:picLocks noChangeAspect="1"/>
          </p:cNvPicPr>
          <p:nvPr/>
        </p:nvPicPr>
        <p:blipFill>
          <a:blip r:embed="rId2"/>
          <a:stretch>
            <a:fillRect/>
          </a:stretch>
        </p:blipFill>
        <p:spPr>
          <a:xfrm>
            <a:off x="286869" y="1533445"/>
            <a:ext cx="2227147" cy="1675601"/>
          </a:xfrm>
          <a:prstGeom prst="rect">
            <a:avLst/>
          </a:prstGeom>
        </p:spPr>
      </p:pic>
      <p:sp>
        <p:nvSpPr>
          <p:cNvPr id="12" name="TextBox 12"/>
          <p:cNvSpPr txBox="1"/>
          <p:nvPr/>
        </p:nvSpPr>
        <p:spPr>
          <a:xfrm>
            <a:off x="286869" y="3285954"/>
            <a:ext cx="2227147" cy="312948"/>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Arial"/>
                <a:ea typeface="+mn-ea"/>
                <a:cs typeface="+mn-cs"/>
              </a:rPr>
              <a:t>CRISS CROSS BELT</a:t>
            </a:r>
          </a:p>
        </p:txBody>
      </p:sp>
      <p:pic>
        <p:nvPicPr>
          <p:cNvPr id="13" name="Product tennis"/>
          <p:cNvPicPr>
            <a:picLocks noChangeAspect="1"/>
          </p:cNvPicPr>
          <p:nvPr/>
        </p:nvPicPr>
        <p:blipFill>
          <a:blip r:embed="rId3"/>
          <a:stretch>
            <a:fillRect/>
          </a:stretch>
        </p:blipFill>
        <p:spPr>
          <a:xfrm>
            <a:off x="2743511" y="1533445"/>
            <a:ext cx="2227147" cy="1675601"/>
          </a:xfrm>
          <a:prstGeom prst="rect">
            <a:avLst/>
          </a:prstGeom>
        </p:spPr>
      </p:pic>
      <p:sp>
        <p:nvSpPr>
          <p:cNvPr id="14" name="TextBox 14"/>
          <p:cNvSpPr txBox="1"/>
          <p:nvPr/>
        </p:nvSpPr>
        <p:spPr>
          <a:xfrm>
            <a:off x="2743511" y="3285954"/>
            <a:ext cx="2227147" cy="312948"/>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Arial"/>
                <a:ea typeface="+mn-ea"/>
                <a:cs typeface="+mn-cs"/>
              </a:rPr>
              <a:t>TENNIS BANDAGE</a:t>
            </a:r>
          </a:p>
        </p:txBody>
      </p:sp>
      <p:pic>
        <p:nvPicPr>
          <p:cNvPr id="15" name="Product elbow"/>
          <p:cNvPicPr>
            <a:picLocks noChangeAspect="1"/>
          </p:cNvPicPr>
          <p:nvPr/>
        </p:nvPicPr>
        <p:blipFill>
          <a:blip r:embed="rId4"/>
          <a:stretch>
            <a:fillRect/>
          </a:stretch>
        </p:blipFill>
        <p:spPr>
          <a:xfrm>
            <a:off x="5184505" y="1533445"/>
            <a:ext cx="2227147" cy="1687646"/>
          </a:xfrm>
          <a:prstGeom prst="rect">
            <a:avLst/>
          </a:prstGeom>
        </p:spPr>
      </p:pic>
      <p:sp>
        <p:nvSpPr>
          <p:cNvPr id="16" name="TextBox 16"/>
          <p:cNvSpPr txBox="1"/>
          <p:nvPr/>
        </p:nvSpPr>
        <p:spPr>
          <a:xfrm>
            <a:off x="5184505" y="3285954"/>
            <a:ext cx="2227147" cy="625896"/>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Arial"/>
                <a:ea typeface="+mn-ea"/>
                <a:cs typeface="+mn-cs"/>
              </a:rPr>
              <a:t>WRIST BANDAGE</a:t>
            </a:r>
          </a:p>
        </p:txBody>
      </p:sp>
      <p:pic>
        <p:nvPicPr>
          <p:cNvPr id="17" name="Product posture"/>
          <p:cNvPicPr>
            <a:picLocks noChangeAspect="1"/>
          </p:cNvPicPr>
          <p:nvPr/>
        </p:nvPicPr>
        <p:blipFill>
          <a:blip r:embed="rId5"/>
          <a:stretch>
            <a:fillRect/>
          </a:stretch>
        </p:blipFill>
        <p:spPr>
          <a:xfrm>
            <a:off x="286869" y="4240445"/>
            <a:ext cx="2227147" cy="1680941"/>
          </a:xfrm>
          <a:prstGeom prst="rect">
            <a:avLst/>
          </a:prstGeom>
        </p:spPr>
      </p:pic>
      <p:sp>
        <p:nvSpPr>
          <p:cNvPr id="18" name="TextBox 18"/>
          <p:cNvSpPr txBox="1"/>
          <p:nvPr/>
        </p:nvSpPr>
        <p:spPr>
          <a:xfrm>
            <a:off x="286869" y="5992954"/>
            <a:ext cx="2227147" cy="312948"/>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Arial"/>
                <a:ea typeface="+mn-ea"/>
                <a:cs typeface="+mn-cs"/>
              </a:rPr>
              <a:t>THIGH SUPPORT</a:t>
            </a:r>
          </a:p>
        </p:txBody>
      </p:sp>
      <p:pic>
        <p:nvPicPr>
          <p:cNvPr id="19" name="Product ankle"/>
          <p:cNvPicPr>
            <a:picLocks noChangeAspect="1"/>
          </p:cNvPicPr>
          <p:nvPr/>
        </p:nvPicPr>
        <p:blipFill>
          <a:blip r:embed="rId6"/>
          <a:stretch>
            <a:fillRect/>
          </a:stretch>
        </p:blipFill>
        <p:spPr>
          <a:xfrm>
            <a:off x="2743511" y="4240445"/>
            <a:ext cx="2227147" cy="1685087"/>
          </a:xfrm>
          <a:prstGeom prst="rect">
            <a:avLst/>
          </a:prstGeom>
        </p:spPr>
      </p:pic>
      <p:sp>
        <p:nvSpPr>
          <p:cNvPr id="20" name="TextBox 20"/>
          <p:cNvSpPr txBox="1"/>
          <p:nvPr/>
        </p:nvSpPr>
        <p:spPr>
          <a:xfrm>
            <a:off x="2743511" y="5992954"/>
            <a:ext cx="2227147" cy="312948"/>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Arial"/>
                <a:ea typeface="+mn-ea"/>
                <a:cs typeface="+mn-cs"/>
              </a:rPr>
              <a:t>PATELLA STRAP</a:t>
            </a:r>
          </a:p>
        </p:txBody>
      </p:sp>
      <p:sp>
        <p:nvSpPr>
          <p:cNvPr id="21" name="TextBox 21"/>
          <p:cNvSpPr txBox="1"/>
          <p:nvPr/>
        </p:nvSpPr>
        <p:spPr>
          <a:xfrm>
            <a:off x="7667226" y="391185"/>
            <a:ext cx="4276956" cy="469422"/>
          </a:xfrm>
          <a:prstGeom prst="rect">
            <a:avLst/>
          </a:prstGeom>
          <a:noFill/>
          <a:ln>
            <a:noFill/>
          </a:ln>
        </p:spPr>
        <p:txBody>
          <a:bodyPr wrap="square" lIns="0" tIns="0" rIns="0" bIns="0" rtlCol="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600" b="1" i="1" u="none" strike="noStrike" kern="1200" cap="none" spc="0" normalizeH="0" baseline="0" noProof="0" dirty="0">
                <a:ln>
                  <a:noFill/>
                </a:ln>
                <a:solidFill>
                  <a:srgbClr val="1E2761"/>
                </a:solidFill>
                <a:effectLst/>
                <a:uLnTx/>
                <a:uFillTx/>
                <a:latin typeface="Arial"/>
                <a:ea typeface="+mn-ea"/>
                <a:cs typeface="+mn-cs"/>
              </a:rPr>
              <a:t>ORTHOPEDIC SUPPORT</a:t>
            </a:r>
          </a:p>
        </p:txBody>
      </p:sp>
      <p:sp>
        <p:nvSpPr>
          <p:cNvPr id="22" name="Frame"/>
          <p:cNvSpPr/>
          <p:nvPr/>
        </p:nvSpPr>
        <p:spPr>
          <a:xfrm>
            <a:off x="7667226" y="1199634"/>
            <a:ext cx="3859692" cy="4746378"/>
          </a:xfrm>
          <a:prstGeom prst="snip1Rect">
            <a:avLst>
              <a:gd name="adj" fmla="val 4663"/>
            </a:avLst>
          </a:prstGeom>
          <a:solidFill>
            <a:srgbClr val="140D41"/>
          </a:solidFill>
          <a:ln w="25400">
            <a:solidFill>
              <a:srgbClr val="140D41"/>
            </a:solidFill>
          </a:ln>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3" name="TextBox 23"/>
          <p:cNvSpPr txBox="1"/>
          <p:nvPr/>
        </p:nvSpPr>
        <p:spPr>
          <a:xfrm>
            <a:off x="7928016" y="2190636"/>
            <a:ext cx="3442428" cy="78237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1" u="none" strike="noStrike" kern="1200" cap="none" spc="0" normalizeH="0" baseline="0" noProof="0" dirty="0">
                <a:ln>
                  <a:noFill/>
                </a:ln>
                <a:solidFill>
                  <a:srgbClr val="FFFFFF"/>
                </a:solidFill>
                <a:effectLst/>
                <a:uLnTx/>
                <a:uFillTx/>
                <a:latin typeface="Arial"/>
                <a:ea typeface="+mn-ea"/>
                <a:cs typeface="+mn-cs"/>
              </a:rPr>
              <a:t>THERMAL SERIES</a:t>
            </a:r>
          </a:p>
        </p:txBody>
      </p:sp>
      <p:sp>
        <p:nvSpPr>
          <p:cNvPr id="24" name="TextBox 24"/>
          <p:cNvSpPr txBox="1"/>
          <p:nvPr/>
        </p:nvSpPr>
        <p:spPr>
          <a:xfrm>
            <a:off x="7928016" y="3025164"/>
            <a:ext cx="3442428" cy="2086320"/>
          </a:xfrm>
          <a:prstGeom prst="rect">
            <a:avLst/>
          </a:prstGeom>
          <a:noFill/>
          <a:ln>
            <a:noFill/>
          </a:ln>
        </p:spPr>
        <p:txBody>
          <a:bodyPr wrap="square" lIns="0" tIns="0" rIns="0" bIns="0" rtlCol="0" anchor="t">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a:ea typeface="+mn-ea"/>
                <a:cs typeface="+mn-cs"/>
              </a:rPr>
              <a:t>Heat retaining neoprene combined with 100% cotton towel lining provides premium comfort support with thermal benefits to promote faster healing.</a:t>
            </a:r>
          </a:p>
        </p:txBody>
      </p:sp>
      <p:sp>
        <p:nvSpPr>
          <p:cNvPr id="25" name="TextBox 25"/>
          <p:cNvSpPr txBox="1"/>
          <p:nvPr/>
        </p:nvSpPr>
        <p:spPr>
          <a:xfrm>
            <a:off x="5007168" y="4485588"/>
            <a:ext cx="2607900" cy="1147476"/>
          </a:xfrm>
          <a:prstGeom prst="rect">
            <a:avLst/>
          </a:prstGeom>
          <a:noFill/>
          <a:ln>
            <a:noFill/>
          </a:ln>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E2761"/>
                </a:solidFill>
                <a:effectLst/>
                <a:uLnTx/>
                <a:uFillTx/>
                <a:latin typeface="Arial"/>
                <a:ea typeface="+mn-ea"/>
                <a:cs typeface="+mn-cs"/>
              </a:rPr>
              <a:t>+35</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Arial"/>
                <a:ea typeface="+mn-ea"/>
                <a:cs typeface="+mn-cs"/>
              </a:rPr>
              <a:t>PRODUCTS</a:t>
            </a:r>
          </a:p>
        </p:txBody>
      </p:sp>
      <p:pic>
        <p:nvPicPr>
          <p:cNvPr id="26" name="Footer"/>
          <p:cNvPicPr>
            <a:picLocks noChangeAspect="1"/>
          </p:cNvPicPr>
          <p:nvPr/>
        </p:nvPicPr>
        <p:blipFill>
          <a:blip r:embed="rId7"/>
          <a:stretch>
            <a:fillRect/>
          </a:stretch>
        </p:blipFill>
        <p:spPr>
          <a:xfrm>
            <a:off x="0" y="6222492"/>
            <a:ext cx="12191695" cy="4952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2906CCCB-0A3D-C513-5AC6-732BD6455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869" y="3833445"/>
            <a:ext cx="2000000" cy="2000000"/>
          </a:xfrm>
          <a:prstGeom prst="rect">
            <a:avLst/>
          </a:prstGeom>
        </p:spPr>
      </p:pic>
      <p:pic>
        <p:nvPicPr>
          <p:cNvPr id="9" name="תמונה 8">
            <a:extLst>
              <a:ext uri="{FF2B5EF4-FFF2-40B4-BE49-F238E27FC236}">
                <a16:creationId xmlns:a16="http://schemas.microsoft.com/office/drawing/2014/main" id="{5358185F-B10F-3839-2833-9DDA0BDBC8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6364" y="1533445"/>
            <a:ext cx="2000000" cy="2000000"/>
          </a:xfrm>
          <a:prstGeom prst="rect">
            <a:avLst/>
          </a:prstGeom>
        </p:spPr>
      </p:pic>
      <p:pic>
        <p:nvPicPr>
          <p:cNvPr id="11" name="תמונה 10">
            <a:extLst>
              <a:ext uri="{FF2B5EF4-FFF2-40B4-BE49-F238E27FC236}">
                <a16:creationId xmlns:a16="http://schemas.microsoft.com/office/drawing/2014/main" id="{2C35BB7C-C528-F494-7E14-0BDCAC3B85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6869" y="1533445"/>
            <a:ext cx="2000000" cy="2000000"/>
          </a:xfrm>
          <a:prstGeom prst="rect">
            <a:avLst/>
          </a:prstGeom>
        </p:spPr>
      </p:pic>
      <p:pic>
        <p:nvPicPr>
          <p:cNvPr id="13" name="תמונה 12">
            <a:extLst>
              <a:ext uri="{FF2B5EF4-FFF2-40B4-BE49-F238E27FC236}">
                <a16:creationId xmlns:a16="http://schemas.microsoft.com/office/drawing/2014/main" id="{14CA8F40-944D-2FF2-6BF4-5D2E3D874F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45859" y="1533445"/>
            <a:ext cx="2000000" cy="2000000"/>
          </a:xfrm>
          <a:prstGeom prst="rect">
            <a:avLst/>
          </a:prstGeom>
        </p:spPr>
      </p:pic>
      <p:pic>
        <p:nvPicPr>
          <p:cNvPr id="15" name="תמונה 14">
            <a:extLst>
              <a:ext uri="{FF2B5EF4-FFF2-40B4-BE49-F238E27FC236}">
                <a16:creationId xmlns:a16="http://schemas.microsoft.com/office/drawing/2014/main" id="{5AEF76C6-FD84-13E8-93EB-394C5C4D5F80}"/>
              </a:ext>
            </a:extLst>
          </p:cNvPr>
          <p:cNvPicPr>
            <a:picLocks noChangeAspect="1"/>
          </p:cNvPicPr>
          <p:nvPr/>
        </p:nvPicPr>
        <p:blipFill>
          <a:blip r:embed="rId6">
            <a:extLst>
              <a:ext uri="{28A0092B-C50C-407E-A947-70E740481C1C}">
                <a14:useLocalDpi xmlns:a14="http://schemas.microsoft.com/office/drawing/2010/main" val="0"/>
              </a:ext>
            </a:extLst>
          </a:blip>
          <a:srcRect t="7930" b="7930"/>
          <a:stretch>
            <a:fillRect/>
          </a:stretch>
        </p:blipFill>
        <p:spPr>
          <a:xfrm>
            <a:off x="2516364" y="3833445"/>
            <a:ext cx="2000000" cy="2000000"/>
          </a:xfrm>
          <a:prstGeom prst="rect">
            <a:avLst/>
          </a:prstGeom>
        </p:spPr>
      </p:pic>
      <p:sp>
        <p:nvSpPr>
          <p:cNvPr id="16" name="תיבת טקסט 15">
            <a:extLst>
              <a:ext uri="{FF2B5EF4-FFF2-40B4-BE49-F238E27FC236}">
                <a16:creationId xmlns:a16="http://schemas.microsoft.com/office/drawing/2014/main" id="{F80E7D1D-0450-61AA-6251-3A5247C72CA1}"/>
              </a:ext>
            </a:extLst>
          </p:cNvPr>
          <p:cNvSpPr txBox="1"/>
          <p:nvPr/>
        </p:nvSpPr>
        <p:spPr>
          <a:xfrm>
            <a:off x="2516364" y="3833445"/>
            <a:ext cx="2000000" cy="320000"/>
          </a:xfrm>
          <a:custGeom>
            <a:avLst/>
            <a:gdLst/>
            <a:ahLst/>
            <a:cxnLst/>
            <a:rect l="0" t="0" r="0" b="0"/>
            <a:pathLst>
              <a:path w="2000000" h="320000">
                <a:moveTo>
                  <a:pt x="700000" y="0"/>
                </a:moveTo>
                <a:lnTo>
                  <a:pt x="2000000" y="0"/>
                </a:lnTo>
                <a:lnTo>
                  <a:pt x="2000000" y="320000"/>
                </a:lnTo>
                <a:lnTo>
                  <a:pt x="0" y="320000"/>
                </a:lnTo>
                <a:close/>
              </a:path>
            </a:pathLst>
          </a:custGeom>
          <a:solidFill>
            <a:srgbClr val="FFFF00"/>
          </a:solidFill>
          <a:ln>
            <a:noFill/>
          </a:ln>
        </p:spPr>
        <p:txBody>
          <a:bodyPr wrap="square" rtlCol="1" lIns="0" tIns="0" rIns="182880" bIns="0" anchor="ctr"/>
          <a:lstStyle/>
          <a:p>
            <a:pPr algn="r"/>
            <a:r>
              <a:rPr lang="en-US" dirty="0" sz="1200" b="1">
                <a:solidFill>
                  <a:srgbClr val="1E2761"/>
                </a:solidFill>
                <a:latin typeface="Arial"/>
              </a:rPr>
              <a:t>ITEM T46B</a:t>
            </a:r>
            <a:endParaRPr lang="he-IL" dirty="0"/>
          </a:p>
        </p:txBody>
      </p:sp>
      <p:sp>
        <p:nvSpPr>
          <p:cNvPr id="18" name="תיבת טקסט 17">
            <a:extLst>
              <a:ext uri="{FF2B5EF4-FFF2-40B4-BE49-F238E27FC236}">
                <a16:creationId xmlns:a16="http://schemas.microsoft.com/office/drawing/2014/main" id="{956ACB22-BDDF-ABC7-BFD1-AF5BD029F67A}"/>
              </a:ext>
            </a:extLst>
          </p:cNvPr>
          <p:cNvSpPr txBox="1"/>
          <p:nvPr/>
        </p:nvSpPr>
        <p:spPr>
          <a:xfrm>
            <a:off x="4745859" y="1533445"/>
            <a:ext cx="2000000" cy="320000"/>
          </a:xfrm>
          <a:custGeom>
            <a:avLst/>
            <a:gdLst/>
            <a:ahLst/>
            <a:cxnLst/>
            <a:rect l="0" t="0" r="0" b="0"/>
            <a:pathLst>
              <a:path w="2000000" h="320000">
                <a:moveTo>
                  <a:pt x="700000" y="0"/>
                </a:moveTo>
                <a:lnTo>
                  <a:pt x="2000000" y="0"/>
                </a:lnTo>
                <a:lnTo>
                  <a:pt x="2000000" y="320000"/>
                </a:lnTo>
                <a:lnTo>
                  <a:pt x="0" y="320000"/>
                </a:lnTo>
                <a:close/>
              </a:path>
            </a:pathLst>
          </a:custGeom>
          <a:solidFill>
            <a:srgbClr val="FFFF00"/>
          </a:solidFill>
          <a:ln>
            <a:noFill/>
          </a:ln>
        </p:spPr>
        <p:txBody>
          <a:bodyPr wrap="square" rtlCol="1" lIns="0" tIns="0" rIns="182880" bIns="0" anchor="ctr"/>
          <a:lstStyle/>
          <a:p>
            <a:pPr algn="r"/>
            <a:r>
              <a:rPr lang="en-US" dirty="0" sz="1200" b="1">
                <a:solidFill>
                  <a:srgbClr val="1E2761"/>
                </a:solidFill>
                <a:latin typeface="Arial"/>
              </a:rPr>
              <a:t>ITEM T066B</a:t>
            </a:r>
            <a:endParaRPr lang="he-IL" dirty="0"/>
          </a:p>
        </p:txBody>
      </p:sp>
      <p:sp>
        <p:nvSpPr>
          <p:cNvPr id="20" name="תיבת טקסט 19">
            <a:extLst>
              <a:ext uri="{FF2B5EF4-FFF2-40B4-BE49-F238E27FC236}">
                <a16:creationId xmlns:a16="http://schemas.microsoft.com/office/drawing/2014/main" id="{47422C1A-640F-9E81-ED9C-7F5702DFD47F}"/>
              </a:ext>
            </a:extLst>
          </p:cNvPr>
          <p:cNvSpPr txBox="1"/>
          <p:nvPr/>
        </p:nvSpPr>
        <p:spPr>
          <a:xfrm>
            <a:off x="286869" y="1533445"/>
            <a:ext cx="2000000" cy="320000"/>
          </a:xfrm>
          <a:custGeom>
            <a:avLst/>
            <a:gdLst/>
            <a:ahLst/>
            <a:cxnLst/>
            <a:rect l="0" t="0" r="0" b="0"/>
            <a:pathLst>
              <a:path w="2000000" h="320000">
                <a:moveTo>
                  <a:pt x="700000" y="0"/>
                </a:moveTo>
                <a:lnTo>
                  <a:pt x="2000000" y="0"/>
                </a:lnTo>
                <a:lnTo>
                  <a:pt x="2000000" y="320000"/>
                </a:lnTo>
                <a:lnTo>
                  <a:pt x="0" y="320000"/>
                </a:lnTo>
                <a:close/>
              </a:path>
            </a:pathLst>
          </a:custGeom>
          <a:solidFill>
            <a:srgbClr val="FFFF00"/>
          </a:solidFill>
          <a:ln>
            <a:noFill/>
          </a:ln>
        </p:spPr>
        <p:txBody>
          <a:bodyPr wrap="square" rtlCol="1" lIns="0" tIns="0" rIns="182880" bIns="0" anchor="ctr"/>
          <a:lstStyle/>
          <a:p>
            <a:pPr algn="r"/>
            <a:r>
              <a:rPr lang="en-US" dirty="0" sz="1200" b="1">
                <a:solidFill>
                  <a:srgbClr val="1E2761"/>
                </a:solidFill>
                <a:latin typeface="Arial"/>
              </a:rPr>
              <a:t>ITEM T40B</a:t>
            </a:r>
            <a:endParaRPr lang="he-IL" dirty="0"/>
          </a:p>
        </p:txBody>
      </p:sp>
      <p:sp>
        <p:nvSpPr>
          <p:cNvPr id="22" name="תיבת טקסט 21">
            <a:extLst>
              <a:ext uri="{FF2B5EF4-FFF2-40B4-BE49-F238E27FC236}">
                <a16:creationId xmlns:a16="http://schemas.microsoft.com/office/drawing/2014/main" id="{219504D2-B97B-26C9-8FAF-B264FD1D0221}"/>
              </a:ext>
            </a:extLst>
          </p:cNvPr>
          <p:cNvSpPr txBox="1"/>
          <p:nvPr/>
        </p:nvSpPr>
        <p:spPr>
          <a:xfrm>
            <a:off x="286869" y="3833445"/>
            <a:ext cx="2000000" cy="320000"/>
          </a:xfrm>
          <a:custGeom>
            <a:avLst/>
            <a:gdLst/>
            <a:ahLst/>
            <a:cxnLst/>
            <a:rect l="0" t="0" r="0" b="0"/>
            <a:pathLst>
              <a:path w="2000000" h="320000">
                <a:moveTo>
                  <a:pt x="700000" y="0"/>
                </a:moveTo>
                <a:lnTo>
                  <a:pt x="2000000" y="0"/>
                </a:lnTo>
                <a:lnTo>
                  <a:pt x="2000000" y="320000"/>
                </a:lnTo>
                <a:lnTo>
                  <a:pt x="0" y="320000"/>
                </a:lnTo>
                <a:close/>
              </a:path>
            </a:pathLst>
          </a:custGeom>
          <a:solidFill>
            <a:srgbClr val="FFFF00"/>
          </a:solidFill>
          <a:ln>
            <a:noFill/>
          </a:ln>
        </p:spPr>
        <p:txBody>
          <a:bodyPr wrap="square" rtlCol="1" lIns="0" tIns="0" rIns="182880" bIns="0" anchor="ctr"/>
          <a:lstStyle/>
          <a:p>
            <a:pPr algn="r"/>
            <a:r>
              <a:rPr lang="en-US" dirty="0" sz="1200" b="1">
                <a:solidFill>
                  <a:srgbClr val="1E2761"/>
                </a:solidFill>
                <a:latin typeface="Arial"/>
              </a:rPr>
              <a:t>ITEM T25B</a:t>
            </a:r>
            <a:endParaRPr lang="he-IL" dirty="0"/>
          </a:p>
        </p:txBody>
      </p:sp>
      <p:sp>
        <p:nvSpPr>
          <p:cNvPr id="24" name="תיבת טקסט 23">
            <a:extLst>
              <a:ext uri="{FF2B5EF4-FFF2-40B4-BE49-F238E27FC236}">
                <a16:creationId xmlns:a16="http://schemas.microsoft.com/office/drawing/2014/main" id="{F7B36013-B910-D0B0-832C-E9B4E19171A4}"/>
              </a:ext>
            </a:extLst>
          </p:cNvPr>
          <p:cNvSpPr txBox="1"/>
          <p:nvPr/>
        </p:nvSpPr>
        <p:spPr>
          <a:xfrm>
            <a:off x="2516364" y="1533445"/>
            <a:ext cx="2000000" cy="320000"/>
          </a:xfrm>
          <a:custGeom>
            <a:avLst/>
            <a:gdLst/>
            <a:ahLst/>
            <a:cxnLst/>
            <a:rect l="0" t="0" r="0" b="0"/>
            <a:pathLst>
              <a:path w="2000000" h="320000">
                <a:moveTo>
                  <a:pt x="700000" y="0"/>
                </a:moveTo>
                <a:lnTo>
                  <a:pt x="2000000" y="0"/>
                </a:lnTo>
                <a:lnTo>
                  <a:pt x="2000000" y="320000"/>
                </a:lnTo>
                <a:lnTo>
                  <a:pt x="0" y="320000"/>
                </a:lnTo>
                <a:close/>
              </a:path>
            </a:pathLst>
          </a:custGeom>
          <a:solidFill>
            <a:srgbClr val="FFFF00"/>
          </a:solidFill>
          <a:ln>
            <a:noFill/>
          </a:ln>
        </p:spPr>
        <p:txBody>
          <a:bodyPr wrap="square" rtlCol="1" lIns="0" tIns="0" rIns="182880" bIns="0" anchor="ctr"/>
          <a:lstStyle/>
          <a:p>
            <a:pPr algn="r"/>
            <a:r>
              <a:rPr lang="en-US" dirty="0" sz="1200" b="1">
                <a:solidFill>
                  <a:srgbClr val="1E2761"/>
                </a:solidFill>
                <a:latin typeface="Arial"/>
              </a:rPr>
              <a:t>ITEM T36B</a:t>
            </a:r>
            <a:endParaRPr lang="he-IL" dirty="0"/>
          </a:p>
        </p:txBody>
      </p:sp>
      <p:sp>
        <p:nvSpPr>
          <p:cNvPr id="26" name="TextBox 21">
            <a:extLst>
              <a:ext uri="{FF2B5EF4-FFF2-40B4-BE49-F238E27FC236}">
                <a16:creationId xmlns:a16="http://schemas.microsoft.com/office/drawing/2014/main" id="{9AA1C598-9063-A538-69B4-C34D73F965C1}"/>
              </a:ext>
            </a:extLst>
          </p:cNvPr>
          <p:cNvSpPr txBox="1"/>
          <p:nvPr/>
        </p:nvSpPr>
        <p:spPr>
          <a:xfrm>
            <a:off x="7667226" y="391185"/>
            <a:ext cx="4276956" cy="469422"/>
          </a:xfrm>
          <a:prstGeom prst="rect">
            <a:avLst/>
          </a:prstGeom>
          <a:noFill/>
          <a:ln>
            <a:noFill/>
          </a:ln>
        </p:spPr>
        <p:txBody>
          <a:bodyPr wrap="square" lIns="0" tIns="0" rIns="0" bIns="0" rtlCol="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600" b="1" i="1" u="none" strike="noStrike" kern="1200" cap="none" spc="0" normalizeH="0" baseline="0" noProof="0" dirty="0">
                <a:ln>
                  <a:noFill/>
                </a:ln>
                <a:solidFill>
                  <a:srgbClr val="1E2761"/>
                </a:solidFill>
                <a:effectLst/>
                <a:uLnTx/>
                <a:uFillTx/>
                <a:latin typeface="Arial"/>
                <a:ea typeface="+mn-ea"/>
                <a:cs typeface="+mn-cs"/>
              </a:rPr>
              <a:t>ORTHOPEDIC SUPPORT</a:t>
            </a:r>
          </a:p>
        </p:txBody>
      </p:sp>
      <p:sp>
        <p:nvSpPr>
          <p:cNvPr id="101" name="Frame"/>
          <p:cNvSpPr/>
          <p:nvPr/>
        </p:nvSpPr>
        <p:spPr>
          <a:xfrm>
            <a:off x="7667226" y="1199634"/>
            <a:ext cx="3859692" cy="4746378"/>
          </a:xfrm>
          <a:prstGeom prst="snip1Rect">
            <a:avLst>
              <a:gd name="adj" fmla="val 4663"/>
            </a:avLst>
          </a:prstGeom>
          <a:solidFill>
            <a:srgbClr val="140D41"/>
          </a:solidFill>
          <a:ln w="25400">
            <a:solidFill>
              <a:srgbClr val="140D41"/>
            </a:solidFill>
          </a:ln>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8" name="TextBox 23">
            <a:extLst>
              <a:ext uri="{FF2B5EF4-FFF2-40B4-BE49-F238E27FC236}">
                <a16:creationId xmlns:a16="http://schemas.microsoft.com/office/drawing/2014/main" id="{487179FE-393F-C422-F547-8E603D841337}"/>
              </a:ext>
            </a:extLst>
          </p:cNvPr>
          <p:cNvSpPr txBox="1"/>
          <p:nvPr/>
        </p:nvSpPr>
        <p:spPr>
          <a:xfrm>
            <a:off x="7928016" y="2190636"/>
            <a:ext cx="3442428" cy="78237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1" u="none" strike="noStrike" kern="1200" cap="none" spc="0" normalizeH="0" baseline="0" noProof="0" dirty="0">
                <a:ln>
                  <a:noFill/>
                </a:ln>
                <a:solidFill>
                  <a:srgbClr val="FFFFFF"/>
                </a:solidFill>
                <a:effectLst/>
                <a:uLnTx/>
                <a:uFillTx/>
                <a:latin typeface="Arial"/>
                <a:ea typeface="+mn-ea"/>
                <a:cs typeface="+mn-cs"/>
              </a:rPr>
              <a:t>THERMAL SERIES</a:t>
            </a:r>
          </a:p>
        </p:txBody>
      </p:sp>
      <p:sp>
        <p:nvSpPr>
          <p:cNvPr id="30" name="TextBox 24">
            <a:extLst>
              <a:ext uri="{FF2B5EF4-FFF2-40B4-BE49-F238E27FC236}">
                <a16:creationId xmlns:a16="http://schemas.microsoft.com/office/drawing/2014/main" id="{99FC686D-1CB3-57C2-A209-EEBCCCBAEB83}"/>
              </a:ext>
            </a:extLst>
          </p:cNvPr>
          <p:cNvSpPr txBox="1"/>
          <p:nvPr/>
        </p:nvSpPr>
        <p:spPr>
          <a:xfrm>
            <a:off x="7928016" y="3025164"/>
            <a:ext cx="3442428" cy="2086320"/>
          </a:xfrm>
          <a:prstGeom prst="rect">
            <a:avLst/>
          </a:prstGeom>
          <a:noFill/>
          <a:ln>
            <a:noFill/>
          </a:ln>
        </p:spPr>
        <p:txBody>
          <a:bodyPr wrap="square" lIns="0" tIns="0" rIns="0" bIns="0" rtlCol="0" anchor="t">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a:ea typeface="+mn-ea"/>
                <a:cs typeface="+mn-cs"/>
              </a:rPr>
              <a:t>Heat retaining neoprene combined with 100% cotton towel lining provides premium comfort support with thermal benefits to promote faster healing.</a:t>
            </a:r>
          </a:p>
        </p:txBody>
      </p:sp>
      <p:sp>
        <p:nvSpPr>
          <p:cNvPr id="32" name="TextBox 25">
            <a:extLst>
              <a:ext uri="{FF2B5EF4-FFF2-40B4-BE49-F238E27FC236}">
                <a16:creationId xmlns:a16="http://schemas.microsoft.com/office/drawing/2014/main" id="{EECFE49A-BA1B-D343-57CE-21EF02D9FA91}"/>
              </a:ext>
            </a:extLst>
          </p:cNvPr>
          <p:cNvSpPr txBox="1"/>
          <p:nvPr/>
        </p:nvSpPr>
        <p:spPr>
          <a:xfrm>
            <a:off x="5007168" y="4485588"/>
            <a:ext cx="2607900" cy="1147476"/>
          </a:xfrm>
          <a:prstGeom prst="rect">
            <a:avLst/>
          </a:prstGeom>
          <a:noFill/>
          <a:ln>
            <a:noFill/>
          </a:ln>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E2761"/>
                </a:solidFill>
                <a:effectLst/>
                <a:uLnTx/>
                <a:uFillTx/>
                <a:latin typeface="Arial"/>
                <a:ea typeface="+mn-ea"/>
                <a:cs typeface="+mn-cs"/>
              </a:rPr>
              <a:t>+35</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Arial"/>
                <a:ea typeface="+mn-ea"/>
                <a:cs typeface="+mn-cs"/>
              </a:rPr>
              <a:t>PRODUCTS</a:t>
            </a:r>
          </a:p>
        </p:txBody>
      </p:sp>
      <p:pic>
        <p:nvPicPr>
          <p:cNvPr id="102" name="Footer"/>
          <p:cNvPicPr>
            <a:picLocks noChangeAspect="1"/>
          </p:cNvPicPr>
          <p:nvPr/>
        </p:nvPicPr>
        <p:blipFill>
          <a:blip r:embed="rId7"/>
          <a:stretch>
            <a:fillRect/>
          </a:stretch>
        </p:blipFill>
        <p:spPr>
          <a:xfrm>
            <a:off x="0" y="6222492"/>
            <a:ext cx="12191695" cy="495239"/>
          </a:xfrm>
          <a:prstGeom prst="rect">
            <a:avLst/>
          </a:prstGeom>
        </p:spPr>
      </p:pic>
    </p:spTree>
    <p:extLst>
      <p:ext uri="{BB962C8B-B14F-4D97-AF65-F5344CB8AC3E}">
        <p14:creationId xmlns:p14="http://schemas.microsoft.com/office/powerpoint/2010/main" val="2562702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roduct"/>
          <p:cNvPicPr>
            <a:picLocks noChangeAspect="1"/>
          </p:cNvPicPr>
          <p:nvPr/>
        </p:nvPicPr>
        <p:blipFill>
          <a:blip r:embed="rId2"/>
          <a:stretch>
            <a:fillRect/>
          </a:stretch>
        </p:blipFill>
        <p:spPr>
          <a:xfrm>
            <a:off x="286869" y="1533445"/>
            <a:ext cx="2227147" cy="1679488"/>
          </a:xfrm>
          <a:prstGeom prst="rect">
            <a:avLst/>
          </a:prstGeom>
        </p:spPr>
      </p:pic>
      <p:sp>
        <p:nvSpPr>
          <p:cNvPr id="12" name="TextBox 12"/>
          <p:cNvSpPr txBox="1"/>
          <p:nvPr/>
        </p:nvSpPr>
        <p:spPr>
          <a:xfrm>
            <a:off x="286869" y="3285954"/>
            <a:ext cx="2227147" cy="625896"/>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Arial"/>
                <a:ea typeface="+mn-ea"/>
                <a:cs typeface="+mn-cs"/>
              </a:rPr>
              <a:t>WRIST COMPRESSION SLEEVE</a:t>
            </a:r>
          </a:p>
        </p:txBody>
      </p:sp>
      <p:pic>
        <p:nvPicPr>
          <p:cNvPr id="13" name="Product"/>
          <p:cNvPicPr>
            <a:picLocks noChangeAspect="1"/>
          </p:cNvPicPr>
          <p:nvPr/>
        </p:nvPicPr>
        <p:blipFill>
          <a:blip r:embed="rId3"/>
          <a:stretch>
            <a:fillRect/>
          </a:stretch>
        </p:blipFill>
        <p:spPr>
          <a:xfrm>
            <a:off x="2743511" y="1533445"/>
            <a:ext cx="2227147" cy="1679488"/>
          </a:xfrm>
          <a:prstGeom prst="rect">
            <a:avLst/>
          </a:prstGeom>
        </p:spPr>
      </p:pic>
      <p:sp>
        <p:nvSpPr>
          <p:cNvPr id="14" name="TextBox 14"/>
          <p:cNvSpPr txBox="1"/>
          <p:nvPr/>
        </p:nvSpPr>
        <p:spPr>
          <a:xfrm>
            <a:off x="2743511" y="3285954"/>
            <a:ext cx="2227147" cy="625896"/>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Arial"/>
                <a:ea typeface="+mn-ea"/>
                <a:cs typeface="+mn-cs"/>
              </a:rPr>
              <a:t>ELBOW COMPRESSION SLEEVE</a:t>
            </a:r>
          </a:p>
        </p:txBody>
      </p:sp>
      <p:pic>
        <p:nvPicPr>
          <p:cNvPr id="15" name="Product"/>
          <p:cNvPicPr>
            <a:picLocks noChangeAspect="1"/>
          </p:cNvPicPr>
          <p:nvPr/>
        </p:nvPicPr>
        <p:blipFill>
          <a:blip r:embed="rId4"/>
          <a:stretch>
            <a:fillRect/>
          </a:stretch>
        </p:blipFill>
        <p:spPr>
          <a:xfrm>
            <a:off x="5184505" y="1533445"/>
            <a:ext cx="2227147" cy="1679488"/>
          </a:xfrm>
          <a:prstGeom prst="rect">
            <a:avLst/>
          </a:prstGeom>
        </p:spPr>
      </p:pic>
      <p:sp>
        <p:nvSpPr>
          <p:cNvPr id="16" name="TextBox 16"/>
          <p:cNvSpPr txBox="1"/>
          <p:nvPr/>
        </p:nvSpPr>
        <p:spPr>
          <a:xfrm>
            <a:off x="5184505" y="3285954"/>
            <a:ext cx="2227147" cy="625896"/>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Arial"/>
                <a:ea typeface="+mn-ea"/>
                <a:cs typeface="+mn-cs"/>
              </a:rPr>
              <a:t>ANKLE COMPRESSION SLEEVE R/L</a:t>
            </a:r>
          </a:p>
        </p:txBody>
      </p:sp>
      <p:pic>
        <p:nvPicPr>
          <p:cNvPr id="17" name="Product"/>
          <p:cNvPicPr>
            <a:picLocks noChangeAspect="1"/>
          </p:cNvPicPr>
          <p:nvPr/>
        </p:nvPicPr>
        <p:blipFill>
          <a:blip r:embed="rId5"/>
          <a:stretch>
            <a:fillRect/>
          </a:stretch>
        </p:blipFill>
        <p:spPr>
          <a:xfrm>
            <a:off x="286869" y="4240445"/>
            <a:ext cx="2227147" cy="1679488"/>
          </a:xfrm>
          <a:prstGeom prst="rect">
            <a:avLst/>
          </a:prstGeom>
        </p:spPr>
      </p:pic>
      <p:sp>
        <p:nvSpPr>
          <p:cNvPr id="18" name="TextBox 18"/>
          <p:cNvSpPr txBox="1"/>
          <p:nvPr/>
        </p:nvSpPr>
        <p:spPr>
          <a:xfrm>
            <a:off x="286869" y="5992954"/>
            <a:ext cx="2227147" cy="625896"/>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Arial"/>
                <a:ea typeface="+mn-ea"/>
                <a:cs typeface="+mn-cs"/>
              </a:rPr>
              <a:t>KNEE COMPRESSION SLEEVE</a:t>
            </a:r>
          </a:p>
        </p:txBody>
      </p:sp>
      <p:pic>
        <p:nvPicPr>
          <p:cNvPr id="19" name="Product"/>
          <p:cNvPicPr>
            <a:picLocks noChangeAspect="1"/>
          </p:cNvPicPr>
          <p:nvPr/>
        </p:nvPicPr>
        <p:blipFill>
          <a:blip r:embed="rId6"/>
          <a:stretch>
            <a:fillRect/>
          </a:stretch>
        </p:blipFill>
        <p:spPr>
          <a:xfrm>
            <a:off x="2743511" y="4240445"/>
            <a:ext cx="2227147" cy="1679488"/>
          </a:xfrm>
          <a:prstGeom prst="rect">
            <a:avLst/>
          </a:prstGeom>
        </p:spPr>
      </p:pic>
      <p:sp>
        <p:nvSpPr>
          <p:cNvPr id="20" name="TextBox 20"/>
          <p:cNvSpPr txBox="1"/>
          <p:nvPr/>
        </p:nvSpPr>
        <p:spPr>
          <a:xfrm>
            <a:off x="2743511" y="5992954"/>
            <a:ext cx="2227147" cy="625896"/>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Arial"/>
                <a:ea typeface="+mn-ea"/>
                <a:cs typeface="+mn-cs"/>
              </a:rPr>
              <a:t>SHIN COMPRESSION SLEEVE</a:t>
            </a:r>
          </a:p>
        </p:txBody>
      </p:sp>
      <p:sp>
        <p:nvSpPr>
          <p:cNvPr id="21" name="TextBox 21"/>
          <p:cNvSpPr txBox="1"/>
          <p:nvPr/>
        </p:nvSpPr>
        <p:spPr>
          <a:xfrm>
            <a:off x="7667226" y="391185"/>
            <a:ext cx="4276956" cy="469422"/>
          </a:xfrm>
          <a:prstGeom prst="rect">
            <a:avLst/>
          </a:prstGeom>
          <a:noFill/>
          <a:ln>
            <a:noFill/>
          </a:ln>
        </p:spPr>
        <p:txBody>
          <a:bodyPr wrap="square" lIns="0" tIns="0" rIns="0" bIns="0" rtlCol="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600" b="1" i="1" u="none" strike="noStrike" kern="1200" cap="none" spc="0" normalizeH="0" baseline="0" noProof="0" dirty="0">
                <a:ln>
                  <a:noFill/>
                </a:ln>
                <a:solidFill>
                  <a:srgbClr val="1E2761"/>
                </a:solidFill>
                <a:effectLst/>
                <a:uLnTx/>
                <a:uFillTx/>
                <a:latin typeface="Arial"/>
                <a:ea typeface="+mn-ea"/>
                <a:cs typeface="+mn-cs"/>
              </a:rPr>
              <a:t>SPORT CATEGORY</a:t>
            </a:r>
          </a:p>
        </p:txBody>
      </p:sp>
      <p:sp>
        <p:nvSpPr>
          <p:cNvPr id="22" name="Frame"/>
          <p:cNvSpPr/>
          <p:nvPr/>
        </p:nvSpPr>
        <p:spPr>
          <a:xfrm>
            <a:off x="7667226" y="1199634"/>
            <a:ext cx="3859692" cy="4746378"/>
          </a:xfrm>
          <a:prstGeom prst="snip1Rect">
            <a:avLst>
              <a:gd name="adj" fmla="val 4663"/>
            </a:avLst>
          </a:prstGeom>
          <a:noFill/>
          <a:ln w="25400">
            <a:solidFill>
              <a:srgbClr val="1E2761"/>
            </a:solidFill>
          </a:ln>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3" name="TextBox 23"/>
          <p:cNvSpPr txBox="1"/>
          <p:nvPr/>
        </p:nvSpPr>
        <p:spPr>
          <a:xfrm>
            <a:off x="7928016" y="2190636"/>
            <a:ext cx="3442428" cy="5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1" u="none" strike="noStrike" kern="1200" cap="none" spc="0" normalizeH="0" baseline="0" noProof="0" dirty="0">
                <a:ln>
                  <a:noFill/>
                </a:ln>
                <a:solidFill>
                  <a:srgbClr val="1E2761"/>
                </a:solidFill>
                <a:effectLst/>
                <a:uLnTx/>
                <a:uFillTx/>
                <a:latin typeface="Arial"/>
                <a:ea typeface="+mn-ea"/>
                <a:cs typeface="+mn-cs"/>
              </a:rPr>
              <a:t>THE SPORT SERIES</a:t>
            </a:r>
          </a:p>
        </p:txBody>
      </p:sp>
      <p:sp>
        <p:nvSpPr>
          <p:cNvPr id="24" name="TextBox 24"/>
          <p:cNvSpPr txBox="1"/>
          <p:nvPr/>
        </p:nvSpPr>
        <p:spPr>
          <a:xfrm>
            <a:off x="7928016" y="2750636"/>
            <a:ext cx="3442428" cy="65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Arial"/>
                <a:ea typeface="+mn-ea"/>
                <a:cs typeface="+mn-cs"/>
              </a:rPr>
              <a:t>Reach Your Athletic Peak with Comfortable Ease</a:t>
            </a:r>
          </a:p>
        </p:txBody>
      </p:sp>
      <p:sp>
        <p:nvSpPr>
          <p:cNvPr id="25" name="Checklist"/>
          <p:cNvSpPr txBox="1"/>
          <p:nvPr/>
        </p:nvSpPr>
        <p:spPr>
          <a:xfrm>
            <a:off x="7928016" y="3490636"/>
            <a:ext cx="3442428" cy="2300000"/>
          </a:xfrm>
          <a:prstGeom prst="rect">
            <a:avLst/>
          </a:prstGeom>
          <a:noFill/>
          <a:ln>
            <a:noFill/>
          </a:ln>
        </p:spPr>
        <p:txBody>
          <a:bodyPr wrap="square" lIns="0" tIns="0" rIns="0" bIns="0" rtlCol="0" anchor="t">
            <a:noAutofit/>
          </a:bodyPr>
          <a:lstStyle/>
          <a:p>
            <a:pPr marL="228600" marR="0" lvl="0" indent="-228600" algn="l" defTabSz="914400" rtl="0" eaLnBrk="1" fontAlgn="auto" latinLnBrk="0" hangingPunct="1">
              <a:lnSpc>
                <a:spcPct val="98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D500"/>
                </a:solidFill>
                <a:effectLst/>
                <a:uLnTx/>
                <a:uFillTx/>
                <a:latin typeface="Arial"/>
                <a:ea typeface="+mn-ea"/>
                <a:cs typeface="+mn-cs"/>
              </a:rPr>
              <a:t>✓	</a:t>
            </a:r>
            <a:r>
              <a:rPr kumimoji="0" lang="en-US" sz="1200" b="1" i="0" u="none" strike="noStrike" kern="1200" cap="none" spc="0" normalizeH="0" baseline="0" noProof="0" dirty="0">
                <a:ln>
                  <a:noFill/>
                </a:ln>
                <a:solidFill>
                  <a:srgbClr val="1E2761"/>
                </a:solidFill>
                <a:effectLst/>
                <a:uLnTx/>
                <a:uFillTx/>
                <a:latin typeface="Arial"/>
                <a:ea typeface="+mn-ea"/>
                <a:cs typeface="+mn-cs"/>
              </a:rPr>
              <a:t>TRIPLE-LAYERED 3D CUTTING TECHNOLOGY</a:t>
            </a:r>
          </a:p>
          <a:p>
            <a:pPr marL="228600" marR="0" lvl="0" indent="-228600" algn="l" defTabSz="914400" rtl="0" eaLnBrk="1" fontAlgn="auto" latinLnBrk="0" hangingPunct="1">
              <a:lnSpc>
                <a:spcPct val="98000"/>
              </a:lnSpc>
              <a:spcBef>
                <a:spcPts val="1000"/>
              </a:spcBef>
              <a:spcAft>
                <a:spcPts val="0"/>
              </a:spcAft>
              <a:buClrTx/>
              <a:buSzTx/>
              <a:buFontTx/>
              <a:buNone/>
              <a:tabLst/>
              <a:defRPr/>
            </a:pPr>
            <a:r>
              <a:rPr kumimoji="0" lang="en-US" sz="1200" b="1" i="0" u="none" strike="noStrike" kern="1200" cap="none" spc="0" normalizeH="0" baseline="0" noProof="0" dirty="0">
                <a:ln>
                  <a:noFill/>
                </a:ln>
                <a:solidFill>
                  <a:srgbClr val="FFD500"/>
                </a:solidFill>
                <a:effectLst/>
                <a:uLnTx/>
                <a:uFillTx/>
                <a:latin typeface="Arial"/>
                <a:ea typeface="+mn-ea"/>
                <a:cs typeface="+mn-cs"/>
              </a:rPr>
              <a:t>✓	</a:t>
            </a:r>
            <a:r>
              <a:rPr kumimoji="0" lang="en-US" sz="1200" b="1" i="0" u="none" strike="noStrike" kern="1200" cap="none" spc="0" normalizeH="0" baseline="0" noProof="0" dirty="0">
                <a:ln>
                  <a:noFill/>
                </a:ln>
                <a:solidFill>
                  <a:srgbClr val="1E2761"/>
                </a:solidFill>
                <a:effectLst/>
                <a:uLnTx/>
                <a:uFillTx/>
                <a:latin typeface="Arial"/>
                <a:ea typeface="+mn-ea"/>
                <a:cs typeface="+mn-cs"/>
              </a:rPr>
              <a:t>INJECTED SILICONE PROVIDES TARGETED SUPPORT FOR JOINTS AND MUSCLES WHILE REDUCING VIBRATION</a:t>
            </a:r>
          </a:p>
          <a:p>
            <a:pPr marL="228600" marR="0" lvl="0" indent="-228600" algn="l" defTabSz="914400" rtl="0" eaLnBrk="1" fontAlgn="auto" latinLnBrk="0" hangingPunct="1">
              <a:lnSpc>
                <a:spcPct val="98000"/>
              </a:lnSpc>
              <a:spcBef>
                <a:spcPts val="1000"/>
              </a:spcBef>
              <a:spcAft>
                <a:spcPts val="0"/>
              </a:spcAft>
              <a:buClrTx/>
              <a:buSzTx/>
              <a:buFontTx/>
              <a:buNone/>
              <a:tabLst/>
              <a:defRPr/>
            </a:pPr>
            <a:r>
              <a:rPr kumimoji="0" lang="en-US" sz="1200" b="1" i="0" u="none" strike="noStrike" kern="1200" cap="none" spc="0" normalizeH="0" baseline="0" noProof="0" dirty="0">
                <a:ln>
                  <a:noFill/>
                </a:ln>
                <a:solidFill>
                  <a:srgbClr val="FFD500"/>
                </a:solidFill>
                <a:effectLst/>
                <a:uLnTx/>
                <a:uFillTx/>
                <a:latin typeface="Arial"/>
                <a:ea typeface="+mn-ea"/>
                <a:cs typeface="+mn-cs"/>
              </a:rPr>
              <a:t>✓	</a:t>
            </a:r>
            <a:r>
              <a:rPr kumimoji="0" lang="en-US" sz="1200" b="1" i="0" u="none" strike="noStrike" kern="1200" cap="none" spc="0" normalizeH="0" baseline="0" noProof="0" dirty="0">
                <a:ln>
                  <a:noFill/>
                </a:ln>
                <a:solidFill>
                  <a:srgbClr val="1E2761"/>
                </a:solidFill>
                <a:effectLst/>
                <a:uLnTx/>
                <a:uFillTx/>
                <a:latin typeface="Arial"/>
                <a:ea typeface="+mn-ea"/>
                <a:cs typeface="+mn-cs"/>
              </a:rPr>
              <a:t>SPORT-READY LIGHTWEIGHT BREATHABILITY</a:t>
            </a:r>
          </a:p>
          <a:p>
            <a:pPr marL="228600" marR="0" lvl="0" indent="-228600" algn="l" defTabSz="914400" rtl="0" eaLnBrk="1" fontAlgn="auto" latinLnBrk="0" hangingPunct="1">
              <a:lnSpc>
                <a:spcPct val="98000"/>
              </a:lnSpc>
              <a:spcBef>
                <a:spcPts val="1000"/>
              </a:spcBef>
              <a:spcAft>
                <a:spcPts val="0"/>
              </a:spcAft>
              <a:buClrTx/>
              <a:buSzTx/>
              <a:buFontTx/>
              <a:buNone/>
              <a:tabLst/>
              <a:defRPr/>
            </a:pPr>
            <a:r>
              <a:rPr kumimoji="0" lang="en-US" sz="1200" b="1" i="0" u="none" strike="noStrike" kern="1200" cap="none" spc="0" normalizeH="0" baseline="0" noProof="0" dirty="0">
                <a:ln>
                  <a:noFill/>
                </a:ln>
                <a:solidFill>
                  <a:srgbClr val="FFD500"/>
                </a:solidFill>
                <a:effectLst/>
                <a:uLnTx/>
                <a:uFillTx/>
                <a:latin typeface="Arial"/>
                <a:ea typeface="+mn-ea"/>
                <a:cs typeface="+mn-cs"/>
              </a:rPr>
              <a:t>✓	</a:t>
            </a:r>
            <a:r>
              <a:rPr kumimoji="0" lang="en-US" sz="1200" b="1" i="0" u="none" strike="noStrike" kern="1200" cap="none" spc="0" normalizeH="0" baseline="0" noProof="0" dirty="0">
                <a:ln>
                  <a:noFill/>
                </a:ln>
                <a:solidFill>
                  <a:srgbClr val="1E2761"/>
                </a:solidFill>
                <a:effectLst/>
                <a:uLnTx/>
                <a:uFillTx/>
                <a:latin typeface="Arial"/>
                <a:ea typeface="+mn-ea"/>
                <a:cs typeface="+mn-cs"/>
              </a:rPr>
              <a:t>UPF 50+ PROTECTED</a:t>
            </a:r>
          </a:p>
        </p:txBody>
      </p:sp>
      <p:pic>
        <p:nvPicPr>
          <p:cNvPr id="26" name="Footer"/>
          <p:cNvPicPr>
            <a:picLocks noChangeAspect="1"/>
          </p:cNvPicPr>
          <p:nvPr/>
        </p:nvPicPr>
        <p:blipFill>
          <a:blip r:embed="rId7"/>
          <a:stretch>
            <a:fillRect/>
          </a:stretch>
        </p:blipFill>
        <p:spPr>
          <a:xfrm>
            <a:off x="0" y="6222492"/>
            <a:ext cx="12191695" cy="4952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6598281-C4A0-CE6E-51BA-D5C5E1595C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7765" y="1599186"/>
            <a:ext cx="2383244" cy="1793958"/>
          </a:xfrm>
          <a:prstGeom prst="rect">
            <a:avLst/>
          </a:prstGeom>
        </p:spPr>
      </p:pic>
    </p:spTree>
    <p:extLst>
      <p:ext uri="{BB962C8B-B14F-4D97-AF65-F5344CB8AC3E}">
        <p14:creationId xmlns:p14="http://schemas.microsoft.com/office/powerpoint/2010/main" val="570178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roduct arch"/>
          <p:cNvPicPr>
            <a:picLocks noChangeAspect="1"/>
          </p:cNvPicPr>
          <p:nvPr/>
        </p:nvPicPr>
        <p:blipFill>
          <a:blip r:embed="rId2"/>
          <a:stretch>
            <a:fillRect/>
          </a:stretch>
        </p:blipFill>
        <p:spPr>
          <a:xfrm>
            <a:off x="286869" y="1533445"/>
            <a:ext cx="2227147" cy="1675601"/>
          </a:xfrm>
          <a:prstGeom prst="rect">
            <a:avLst/>
          </a:prstGeom>
        </p:spPr>
      </p:pic>
      <p:sp>
        <p:nvSpPr>
          <p:cNvPr id="12" name="TextBox 12"/>
          <p:cNvSpPr txBox="1"/>
          <p:nvPr/>
        </p:nvSpPr>
        <p:spPr>
          <a:xfrm>
            <a:off x="286869" y="3285954"/>
            <a:ext cx="2227147" cy="625896"/>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Arial"/>
                <a:ea typeface="+mn-ea"/>
                <a:cs typeface="+mn-cs"/>
              </a:rPr>
              <a:t>ADJUSTABLE ARCH SUPPORT KIT</a:t>
            </a:r>
          </a:p>
        </p:txBody>
      </p:sp>
      <p:pic>
        <p:nvPicPr>
          <p:cNvPr id="13" name="Product nail"/>
          <p:cNvPicPr>
            <a:picLocks noChangeAspect="1"/>
          </p:cNvPicPr>
          <p:nvPr/>
        </p:nvPicPr>
        <p:blipFill>
          <a:blip r:embed="rId3"/>
          <a:stretch>
            <a:fillRect/>
          </a:stretch>
        </p:blipFill>
        <p:spPr>
          <a:xfrm>
            <a:off x="2743511" y="1533445"/>
            <a:ext cx="2227147" cy="1675601"/>
          </a:xfrm>
          <a:prstGeom prst="rect">
            <a:avLst/>
          </a:prstGeom>
        </p:spPr>
      </p:pic>
      <p:sp>
        <p:nvSpPr>
          <p:cNvPr id="14" name="TextBox 14"/>
          <p:cNvSpPr txBox="1"/>
          <p:nvPr/>
        </p:nvSpPr>
        <p:spPr>
          <a:xfrm>
            <a:off x="2743511" y="3285954"/>
            <a:ext cx="2227147" cy="625896"/>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Arial"/>
                <a:ea typeface="+mn-ea"/>
                <a:cs typeface="+mn-cs"/>
              </a:rPr>
              <a:t>INGROWN NAIL DROPS</a:t>
            </a:r>
          </a:p>
        </p:txBody>
      </p:sp>
      <p:pic>
        <p:nvPicPr>
          <p:cNvPr id="15" name="Product hallux"/>
          <p:cNvPicPr>
            <a:picLocks noChangeAspect="1"/>
          </p:cNvPicPr>
          <p:nvPr/>
        </p:nvPicPr>
        <p:blipFill>
          <a:blip r:embed="rId4"/>
          <a:stretch>
            <a:fillRect/>
          </a:stretch>
        </p:blipFill>
        <p:spPr>
          <a:xfrm>
            <a:off x="5184505" y="1533445"/>
            <a:ext cx="2227147" cy="1675601"/>
          </a:xfrm>
          <a:prstGeom prst="rect">
            <a:avLst/>
          </a:prstGeom>
        </p:spPr>
      </p:pic>
      <p:sp>
        <p:nvSpPr>
          <p:cNvPr id="16" name="TextBox 16"/>
          <p:cNvSpPr txBox="1"/>
          <p:nvPr/>
        </p:nvSpPr>
        <p:spPr>
          <a:xfrm>
            <a:off x="5184505" y="3285954"/>
            <a:ext cx="2227147" cy="625896"/>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Arial"/>
                <a:ea typeface="+mn-ea"/>
                <a:cs typeface="+mn-cs"/>
              </a:rPr>
              <a:t>HALLUX VALGUS NIGHT SPLINT</a:t>
            </a:r>
          </a:p>
        </p:txBody>
      </p:sp>
      <p:pic>
        <p:nvPicPr>
          <p:cNvPr id="17" name="Product heel"/>
          <p:cNvPicPr>
            <a:picLocks noChangeAspect="1"/>
          </p:cNvPicPr>
          <p:nvPr/>
        </p:nvPicPr>
        <p:blipFill>
          <a:blip r:embed="rId5"/>
          <a:stretch>
            <a:fillRect/>
          </a:stretch>
        </p:blipFill>
        <p:spPr>
          <a:xfrm>
            <a:off x="286869" y="4240445"/>
            <a:ext cx="2227147" cy="1675601"/>
          </a:xfrm>
          <a:prstGeom prst="rect">
            <a:avLst/>
          </a:prstGeom>
        </p:spPr>
      </p:pic>
      <p:sp>
        <p:nvSpPr>
          <p:cNvPr id="18" name="TextBox 18"/>
          <p:cNvSpPr txBox="1"/>
          <p:nvPr/>
        </p:nvSpPr>
        <p:spPr>
          <a:xfrm>
            <a:off x="286869" y="5992954"/>
            <a:ext cx="2227147" cy="625896"/>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Arial"/>
                <a:ea typeface="+mn-ea"/>
                <a:cs typeface="+mn-cs"/>
              </a:rPr>
              <a:t>SILICONE HEEL SUPPORT CUSHION</a:t>
            </a:r>
          </a:p>
        </p:txBody>
      </p:sp>
      <p:pic>
        <p:nvPicPr>
          <p:cNvPr id="19" name="Product cohesive fc"/>
          <p:cNvPicPr>
            <a:picLocks noChangeAspect="1"/>
          </p:cNvPicPr>
          <p:nvPr/>
        </p:nvPicPr>
        <p:blipFill>
          <a:blip r:embed="rId6"/>
          <a:stretch>
            <a:fillRect/>
          </a:stretch>
        </p:blipFill>
        <p:spPr>
          <a:xfrm>
            <a:off x="2743511" y="4240445"/>
            <a:ext cx="2227147" cy="1675601"/>
          </a:xfrm>
          <a:prstGeom prst="rect">
            <a:avLst/>
          </a:prstGeom>
        </p:spPr>
      </p:pic>
      <p:sp>
        <p:nvSpPr>
          <p:cNvPr id="20" name="TextBox 20"/>
          <p:cNvSpPr txBox="1"/>
          <p:nvPr/>
        </p:nvSpPr>
        <p:spPr>
          <a:xfrm>
            <a:off x="2743511" y="5992954"/>
            <a:ext cx="2227147" cy="625896"/>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Arial"/>
                <a:ea typeface="+mn-ea"/>
                <a:cs typeface="+mn-cs"/>
              </a:rPr>
              <a:t>PROFESSIONAL COHESIVE BANDAGE</a:t>
            </a:r>
          </a:p>
        </p:txBody>
      </p:sp>
      <p:sp>
        <p:nvSpPr>
          <p:cNvPr id="21" name="TextBox 21"/>
          <p:cNvSpPr txBox="1"/>
          <p:nvPr/>
        </p:nvSpPr>
        <p:spPr>
          <a:xfrm>
            <a:off x="7667226" y="391185"/>
            <a:ext cx="4276956" cy="469422"/>
          </a:xfrm>
          <a:prstGeom prst="rect">
            <a:avLst/>
          </a:prstGeom>
          <a:noFill/>
          <a:ln>
            <a:noFill/>
          </a:ln>
        </p:spPr>
        <p:txBody>
          <a:bodyPr wrap="square" lIns="0" tIns="0" rIns="0" bIns="0" rtlCol="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600" b="1" i="1" u="none" strike="noStrike" kern="1200" cap="none" spc="0" normalizeH="0" baseline="0" noProof="0" dirty="0">
                <a:ln>
                  <a:noFill/>
                </a:ln>
                <a:solidFill>
                  <a:srgbClr val="1E2761"/>
                </a:solidFill>
                <a:effectLst/>
                <a:uLnTx/>
                <a:uFillTx/>
                <a:latin typeface="Arial"/>
                <a:ea typeface="+mn-ea"/>
                <a:cs typeface="+mn-cs"/>
              </a:rPr>
              <a:t>FOOT-CARE CATEGORY</a:t>
            </a:r>
          </a:p>
        </p:txBody>
      </p:sp>
      <p:sp>
        <p:nvSpPr>
          <p:cNvPr id="22" name="Frame"/>
          <p:cNvSpPr/>
          <p:nvPr/>
        </p:nvSpPr>
        <p:spPr>
          <a:xfrm>
            <a:off x="7667226" y="1199634"/>
            <a:ext cx="3859692" cy="4746378"/>
          </a:xfrm>
          <a:prstGeom prst="snip1Rect">
            <a:avLst>
              <a:gd name="adj" fmla="val 4663"/>
            </a:avLst>
          </a:prstGeom>
          <a:solidFill>
            <a:srgbClr val="140D41"/>
          </a:solidFill>
          <a:ln w="25400">
            <a:solidFill>
              <a:srgbClr val="140D41"/>
            </a:solidFill>
          </a:ln>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3" name="TextBox 23"/>
          <p:cNvSpPr txBox="1"/>
          <p:nvPr/>
        </p:nvSpPr>
        <p:spPr>
          <a:xfrm>
            <a:off x="7928016" y="2190636"/>
            <a:ext cx="3442428" cy="78237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1" u="none" strike="noStrike" kern="1200" cap="none" spc="0" normalizeH="0" baseline="0" noProof="0" dirty="0">
                <a:ln>
                  <a:noFill/>
                </a:ln>
                <a:solidFill>
                  <a:srgbClr val="FFFFFF"/>
                </a:solidFill>
                <a:effectLst/>
                <a:uLnTx/>
                <a:uFillTx/>
                <a:latin typeface="Arial"/>
                <a:ea typeface="+mn-ea"/>
                <a:cs typeface="+mn-cs"/>
              </a:rPr>
              <a:t>FOOT CARE</a:t>
            </a:r>
          </a:p>
        </p:txBody>
      </p:sp>
      <p:sp>
        <p:nvSpPr>
          <p:cNvPr id="24" name="TextBox 24"/>
          <p:cNvSpPr txBox="1"/>
          <p:nvPr/>
        </p:nvSpPr>
        <p:spPr>
          <a:xfrm>
            <a:off x="7928016" y="3025164"/>
            <a:ext cx="3442428" cy="2086320"/>
          </a:xfrm>
          <a:prstGeom prst="rect">
            <a:avLst/>
          </a:prstGeom>
          <a:noFill/>
          <a:ln>
            <a:noFill/>
          </a:ln>
        </p:spPr>
        <p:txBody>
          <a:bodyPr wrap="square" lIns="0" tIns="0" rIns="0" bIns="0" rtlCol="0" anchor="t">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a:ea typeface="+mn-ea"/>
                <a:cs typeface="+mn-cs"/>
              </a:rPr>
              <a:t>Discover complete foot care solutions - your one-stop solution for all your foot needs with our range of insoles, inserts, health socks, and silicone products. We've got you covered from heel to toe. Experience comfort, support, and relief tailored to your unique foot requirements. Step into wellness today.</a:t>
            </a:r>
          </a:p>
        </p:txBody>
      </p:sp>
      <p:sp>
        <p:nvSpPr>
          <p:cNvPr id="25" name="TextBox 25"/>
          <p:cNvSpPr txBox="1"/>
          <p:nvPr/>
        </p:nvSpPr>
        <p:spPr>
          <a:xfrm>
            <a:off x="5007168" y="4485588"/>
            <a:ext cx="2607900" cy="1147476"/>
          </a:xfrm>
          <a:prstGeom prst="rect">
            <a:avLst/>
          </a:prstGeom>
          <a:noFill/>
          <a:ln>
            <a:noFill/>
          </a:ln>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E2761"/>
                </a:solidFill>
                <a:effectLst/>
                <a:uLnTx/>
                <a:uFillTx/>
                <a:latin typeface="Arial"/>
                <a:ea typeface="+mn-ea"/>
                <a:cs typeface="+mn-cs"/>
              </a:rPr>
              <a:t>+50</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Arial"/>
                <a:ea typeface="+mn-ea"/>
                <a:cs typeface="+mn-cs"/>
              </a:rPr>
              <a:t>PRODUCTS</a:t>
            </a:r>
          </a:p>
        </p:txBody>
      </p:sp>
      <p:pic>
        <p:nvPicPr>
          <p:cNvPr id="26" name="Footer"/>
          <p:cNvPicPr>
            <a:picLocks noChangeAspect="1"/>
          </p:cNvPicPr>
          <p:nvPr/>
        </p:nvPicPr>
        <p:blipFill>
          <a:blip r:embed="rId7"/>
          <a:stretch>
            <a:fillRect/>
          </a:stretch>
        </p:blipFill>
        <p:spPr>
          <a:xfrm>
            <a:off x="0" y="6222492"/>
            <a:ext cx="12191695" cy="495239"/>
          </a:xfrm>
          <a:prstGeom prst="rect">
            <a:avLst/>
          </a:prstGeom>
        </p:spPr>
      </p:pic>
      <p:cxnSp>
        <p:nvCxnSpPr>
          <p:cNvPr id="3" name="מחבר חץ ישר 2">
            <a:extLst>
              <a:ext uri="{FF2B5EF4-FFF2-40B4-BE49-F238E27FC236}">
                <a16:creationId xmlns:a16="http://schemas.microsoft.com/office/drawing/2014/main" id="{6F6726C7-C953-A3A0-EEB5-DE323C43D5DF}"/>
              </a:ext>
            </a:extLst>
          </p:cNvPr>
          <p:cNvCxnSpPr/>
          <p:nvPr/>
        </p:nvCxnSpPr>
        <p:spPr>
          <a:xfrm>
            <a:off x="6400800" y="391185"/>
            <a:ext cx="0" cy="10169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222</Words>
  <Application>Microsoft Office PowerPoint</Application>
  <PresentationFormat>מסך רחב</PresentationFormat>
  <Paragraphs>42</Paragraphs>
  <Slides>5</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2</vt:i4>
      </vt:variant>
      <vt:variant>
        <vt:lpstr>כותרות שקופיות</vt:lpstr>
      </vt:variant>
      <vt:variant>
        <vt:i4>5</vt:i4>
      </vt:variant>
    </vt:vector>
  </HeadingPairs>
  <TitlesOfParts>
    <vt:vector size="12" baseType="lpstr">
      <vt:lpstr>Aptos</vt:lpstr>
      <vt:lpstr>Aptos Display</vt:lpstr>
      <vt:lpstr>Arial</vt:lpstr>
      <vt:lpstr>Calibri</vt:lpstr>
      <vt:lpstr>Calibri Light</vt:lpstr>
      <vt:lpstr>ערכת נושא Office</vt:lpstr>
      <vt:lpstr>1_ערכת נושא Office</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Eyal Sadot</dc:creator>
  <cp:lastModifiedBy>Eyal Sadot</cp:lastModifiedBy>
  <cp:revision>1</cp:revision>
  <dcterms:created xsi:type="dcterms:W3CDTF">2026-08-26T14:33:13Z</dcterms:created>
  <dcterms:modified xsi:type="dcterms:W3CDTF">2026-08-26T14:51:17Z</dcterms:modified>
</cp:coreProperties>
</file>