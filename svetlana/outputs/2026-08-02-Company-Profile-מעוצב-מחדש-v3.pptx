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flagpart"/>
          <p:cNvSpPr/>
          <p:nvPr/>
        </p:nvSpPr>
        <p:spPr>
          <a:xfrm>
            <a:off x="826124" y="632920"/>
            <a:ext cx="332000" cy="73666"/>
          </a:xfrm>
          <a:prstGeom prst="rect">
            <a:avLst/>
          </a:prstGeom>
          <a:solidFill>
            <a:srgbClr val="AE1C28"/>
          </a:solidFill>
        </p:spPr>
        <p:txBody>
          <a:bodyPr/>
          <a:lstStyle/>
          <a:p>
            <a:endParaRPr lang="he-IL"/>
          </a:p>
        </p:txBody>
      </p:sp>
      <p:sp>
        <p:nvSpPr>
          <p:cNvPr id="102" name="flagpart"/>
          <p:cNvSpPr/>
          <p:nvPr/>
        </p:nvSpPr>
        <p:spPr>
          <a:xfrm>
            <a:off x="826124" y="706586"/>
            <a:ext cx="332000" cy="73666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C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3" name="flagpart"/>
          <p:cNvSpPr/>
          <p:nvPr/>
        </p:nvSpPr>
        <p:spPr>
          <a:xfrm>
            <a:off x="826124" y="780253"/>
            <a:ext cx="332000" cy="73666"/>
          </a:xfrm>
          <a:prstGeom prst="rect">
            <a:avLst/>
          </a:prstGeom>
          <a:solidFill>
            <a:srgbClr val="21468B"/>
          </a:solidFill>
        </p:spPr>
        <p:txBody>
          <a:bodyPr/>
          <a:lstStyle/>
          <a:p>
            <a:endParaRPr lang="he-IL"/>
          </a:p>
        </p:txBody>
      </p:sp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sp>
        <p:nvSpPr>
          <p:cNvPr id="105" name="flagpart"/>
          <p:cNvSpPr/>
          <p:nvPr/>
        </p:nvSpPr>
        <p:spPr>
          <a:xfrm>
            <a:off x="1713092" y="632920"/>
            <a:ext cx="332000" cy="221000"/>
          </a:xfrm>
          <a:prstGeom prst="rect">
            <a:avLst/>
          </a:prstGeom>
          <a:solidFill>
            <a:srgbClr val="DA291C"/>
          </a:solidFill>
        </p:spPr>
        <p:txBody>
          <a:bodyPr/>
          <a:lstStyle/>
          <a:p>
            <a:endParaRPr lang="he-IL"/>
          </a:p>
        </p:txBody>
      </p:sp>
      <p:sp>
        <p:nvSpPr>
          <p:cNvPr id="106" name="flagpart"/>
          <p:cNvSpPr/>
          <p:nvPr/>
        </p:nvSpPr>
        <p:spPr>
          <a:xfrm>
            <a:off x="1782812" y="721320"/>
            <a:ext cx="192560" cy="442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07" name="flagpart"/>
          <p:cNvSpPr/>
          <p:nvPr/>
        </p:nvSpPr>
        <p:spPr>
          <a:xfrm>
            <a:off x="1845892" y="679330"/>
            <a:ext cx="66400" cy="12817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sp>
        <p:nvSpPr>
          <p:cNvPr id="109" name="flagpart"/>
          <p:cNvSpPr/>
          <p:nvPr/>
        </p:nvSpPr>
        <p:spPr>
          <a:xfrm>
            <a:off x="2600060" y="632920"/>
            <a:ext cx="332000" cy="73666"/>
          </a:xfrm>
          <a:prstGeom prst="rect">
            <a:avLst/>
          </a:prstGeom>
          <a:solidFill>
            <a:srgbClr val="ED2939"/>
          </a:solidFill>
        </p:spPr>
        <p:txBody>
          <a:bodyPr/>
          <a:lstStyle/>
          <a:p>
            <a:endParaRPr lang="he-IL"/>
          </a:p>
        </p:txBody>
      </p:sp>
      <p:sp>
        <p:nvSpPr>
          <p:cNvPr id="110" name="flagpart"/>
          <p:cNvSpPr/>
          <p:nvPr/>
        </p:nvSpPr>
        <p:spPr>
          <a:xfrm>
            <a:off x="2600060" y="706586"/>
            <a:ext cx="332000" cy="736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11" name="flagpart"/>
          <p:cNvSpPr/>
          <p:nvPr/>
        </p:nvSpPr>
        <p:spPr>
          <a:xfrm>
            <a:off x="2600060" y="780253"/>
            <a:ext cx="332000" cy="73666"/>
          </a:xfrm>
          <a:prstGeom prst="rect">
            <a:avLst/>
          </a:prstGeom>
          <a:solidFill>
            <a:srgbClr val="ED2939"/>
          </a:solidFill>
        </p:spPr>
        <p:txBody>
          <a:bodyPr/>
          <a:lstStyle/>
          <a:p>
            <a:endParaRPr lang="he-IL"/>
          </a:p>
        </p:txBody>
      </p:sp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sp>
        <p:nvSpPr>
          <p:cNvPr id="113" name="flagpart"/>
          <p:cNvSpPr/>
          <p:nvPr/>
        </p:nvSpPr>
        <p:spPr>
          <a:xfrm>
            <a:off x="3487028" y="632920"/>
            <a:ext cx="332000" cy="22100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C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4" name="flagpart"/>
          <p:cNvSpPr/>
          <p:nvPr/>
        </p:nvSpPr>
        <p:spPr>
          <a:xfrm>
            <a:off x="3487028" y="659440"/>
            <a:ext cx="332000" cy="33150"/>
          </a:xfrm>
          <a:prstGeom prst="rect">
            <a:avLst/>
          </a:prstGeom>
          <a:solidFill>
            <a:srgbClr val="0038B8"/>
          </a:solidFill>
        </p:spPr>
        <p:txBody>
          <a:bodyPr/>
          <a:lstStyle/>
          <a:p>
            <a:endParaRPr lang="he-IL"/>
          </a:p>
        </p:txBody>
      </p:sp>
      <p:sp>
        <p:nvSpPr>
          <p:cNvPr id="115" name="flagpart"/>
          <p:cNvSpPr/>
          <p:nvPr/>
        </p:nvSpPr>
        <p:spPr>
          <a:xfrm>
            <a:off x="3487028" y="794250"/>
            <a:ext cx="332000" cy="33150"/>
          </a:xfrm>
          <a:prstGeom prst="rect">
            <a:avLst/>
          </a:prstGeom>
          <a:solidFill>
            <a:srgbClr val="0038B8"/>
          </a:solidFill>
        </p:spPr>
        <p:txBody>
          <a:bodyPr/>
          <a:lstStyle/>
          <a:p>
            <a:endParaRPr lang="he-IL"/>
          </a:p>
        </p:txBody>
      </p:sp>
      <p:sp>
        <p:nvSpPr>
          <p:cNvPr id="116" name="star"/>
          <p:cNvSpPr/>
          <p:nvPr/>
        </p:nvSpPr>
        <p:spPr>
          <a:xfrm>
            <a:off x="3602198" y="692590"/>
            <a:ext cx="101660" cy="101660"/>
          </a:xfrm>
          <a:prstGeom prst="triangle">
            <a:avLst/>
          </a:prstGeom>
          <a:solidFill>
            <a:srgbClr val="0038B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7" name="star"/>
          <p:cNvSpPr/>
          <p:nvPr/>
        </p:nvSpPr>
        <p:spPr>
          <a:xfrm rot="10800000">
            <a:off x="3602198" y="692590"/>
            <a:ext cx="101660" cy="101660"/>
          </a:xfrm>
          <a:prstGeom prst="triangle">
            <a:avLst/>
          </a:prstGeom>
          <a:solidFill>
            <a:srgbClr val="0038B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sp>
        <p:nvSpPr>
          <p:cNvPr id="119" name="flagpart"/>
          <p:cNvSpPr/>
          <p:nvPr/>
        </p:nvSpPr>
        <p:spPr>
          <a:xfrm>
            <a:off x="4373996" y="632920"/>
            <a:ext cx="332000" cy="7366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he-IL"/>
          </a:p>
        </p:txBody>
      </p:sp>
      <p:sp>
        <p:nvSpPr>
          <p:cNvPr id="120" name="flagpart"/>
          <p:cNvSpPr/>
          <p:nvPr/>
        </p:nvSpPr>
        <p:spPr>
          <a:xfrm>
            <a:off x="4373996" y="706586"/>
            <a:ext cx="332000" cy="73666"/>
          </a:xfrm>
          <a:prstGeom prst="rect">
            <a:avLst/>
          </a:prstGeom>
          <a:solidFill>
            <a:srgbClr val="DD0000"/>
          </a:solidFill>
        </p:spPr>
        <p:txBody>
          <a:bodyPr/>
          <a:lstStyle/>
          <a:p>
            <a:endParaRPr lang="he-IL"/>
          </a:p>
        </p:txBody>
      </p:sp>
      <p:sp>
        <p:nvSpPr>
          <p:cNvPr id="121" name="flagpart"/>
          <p:cNvSpPr/>
          <p:nvPr/>
        </p:nvSpPr>
        <p:spPr>
          <a:xfrm>
            <a:off x="4373996" y="780253"/>
            <a:ext cx="332000" cy="73666"/>
          </a:xfrm>
          <a:prstGeom prst="rect">
            <a:avLst/>
          </a:prstGeom>
          <a:solidFill>
            <a:srgbClr val="FFCE00"/>
          </a:solidFill>
        </p:spPr>
        <p:txBody>
          <a:bodyPr/>
          <a:lstStyle/>
          <a:p>
            <a:endParaRPr lang="he-IL"/>
          </a:p>
        </p:txBody>
      </p:sp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6A674BC-C34D-C992-3B1A-8F6EC6A2E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2250" y="366156"/>
            <a:ext cx="4102087" cy="3026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6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32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7" name="Name"/>
          <p:cNvSpPr/>
          <p:nvPr/>
        </p:nvSpPr>
        <p:spPr>
          <a:xfrm>
            <a:off x="54864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400" dirty="0"/>
          </a:p>
        </p:txBody>
      </p:sp>
      <p:sp>
        <p:nvSpPr>
          <p:cNvPr id="8" name="Role"/>
          <p:cNvSpPr/>
          <p:nvPr/>
        </p:nvSpPr>
        <p:spPr>
          <a:xfrm>
            <a:off x="54864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33832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00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" name="Name"/>
          <p:cNvSpPr/>
          <p:nvPr/>
        </p:nvSpPr>
        <p:spPr>
          <a:xfrm>
            <a:off x="433832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400" dirty="0"/>
          </a:p>
        </p:txBody>
      </p:sp>
      <p:sp>
        <p:nvSpPr>
          <p:cNvPr id="12" name="Role"/>
          <p:cNvSpPr/>
          <p:nvPr/>
        </p:nvSpPr>
        <p:spPr>
          <a:xfrm>
            <a:off x="433832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12800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4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68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5" name="Name"/>
          <p:cNvSpPr/>
          <p:nvPr/>
        </p:nvSpPr>
        <p:spPr>
          <a:xfrm>
            <a:off x="812800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400" dirty="0"/>
          </a:p>
        </p:txBody>
      </p:sp>
      <p:sp>
        <p:nvSpPr>
          <p:cNvPr id="16" name="Role"/>
          <p:cNvSpPr/>
          <p:nvPr/>
        </p:nvSpPr>
        <p:spPr>
          <a:xfrm>
            <a:off x="812800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54864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8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320" y="456865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9" name="Name"/>
          <p:cNvSpPr/>
          <p:nvPr/>
        </p:nvSpPr>
        <p:spPr>
          <a:xfrm>
            <a:off x="54864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400" dirty="0"/>
          </a:p>
        </p:txBody>
      </p:sp>
      <p:sp>
        <p:nvSpPr>
          <p:cNvPr id="20" name="Role"/>
          <p:cNvSpPr/>
          <p:nvPr/>
        </p:nvSpPr>
        <p:spPr>
          <a:xfrm>
            <a:off x="54864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433832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2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000" y="456865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23" name="Name"/>
          <p:cNvSpPr/>
          <p:nvPr/>
        </p:nvSpPr>
        <p:spPr>
          <a:xfrm>
            <a:off x="433832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400" dirty="0"/>
          </a:p>
        </p:txBody>
      </p:sp>
      <p:sp>
        <p:nvSpPr>
          <p:cNvPr id="24" name="Role"/>
          <p:cNvSpPr/>
          <p:nvPr/>
        </p:nvSpPr>
        <p:spPr>
          <a:xfrm>
            <a:off x="433832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812800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PlaceholderFrame"/>
          <p:cNvSpPr/>
          <p:nvPr/>
        </p:nvSpPr>
        <p:spPr>
          <a:xfrm>
            <a:off x="9310680" y="4568650"/>
            <a:ext cx="1150000" cy="1222440"/>
          </a:xfrm>
          <a:prstGeom prst="snip1Rect">
            <a:avLst>
              <a:gd name="adj" fmla="val 9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27" name="SilhouetteHead"/>
          <p:cNvSpPr/>
          <p:nvPr/>
        </p:nvSpPr>
        <p:spPr>
          <a:xfrm>
            <a:off x="9690180" y="4837586"/>
            <a:ext cx="391000" cy="3910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8" name="SilhouetteBody"/>
          <p:cNvSpPr/>
          <p:nvPr/>
        </p:nvSpPr>
        <p:spPr>
          <a:xfrm>
            <a:off x="9529180" y="5326562"/>
            <a:ext cx="713000" cy="36673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" name="Name"/>
          <p:cNvSpPr/>
          <p:nvPr/>
        </p:nvSpPr>
        <p:spPr>
          <a:xfrm>
            <a:off x="812800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400" dirty="0"/>
          </a:p>
        </p:txBody>
      </p:sp>
      <p:sp>
        <p:nvSpPr>
          <p:cNvPr id="30" name="Role"/>
          <p:cNvSpPr/>
          <p:nvPr/>
        </p:nvSpPr>
        <p:spPr>
          <a:xfrm>
            <a:off x="812800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