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63" r:id="rId2"/>
    <p:sldId id="264" r:id="rId3"/>
    <p:sldId id="265" r:id="rId16"/>
    <p:sldId id="266" r:id="rId17"/>
    <p:sldId id="267" r:id="rId18"/>
    <p:sldId id="268" r:id="rId19"/>
    <p:sldId id="269" r:id="rId20"/>
    <p:sldId id="270" r:id="rId21"/>
    <p:sldId id="271" r:id="rId22"/>
  </p:sldIdLst>
  <p:sldSz cx="12192000" cy="6858000"/>
  <p:notesSz cx="6858000" cy="9144000"/>
  <p:defaultText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0D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סגנון ביניים 2 - הדגשה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סגנון ביניים 2 - הדגשה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9983" autoAdjust="0"/>
    <p:restoredTop sz="94660"/>
  </p:normalViewPr>
  <p:slideViewPr>
    <p:cSldViewPr snapToGrid="0">
      <p:cViewPr varScale="1">
        <p:scale>
          <a:sx n="111" d="100"/>
          <a:sy n="111" d="100"/>
        </p:scale>
        <p:origin x="306" y="96"/>
      </p:cViewPr>
      <p:guideLst/>
    </p:cSldViewPr>
  </p:slideViewPr>
  <p:notesTextViewPr>
    <p:cViewPr>
      <p:scale>
        <a:sx n="1" d="1"/>
        <a:sy n="1" d="1"/>
      </p:scale>
      <p:origin x="0" y="0"/>
    </p:cViewPr>
  </p:notesTextViewPr>
  <p:gridSpacing cx="72008" cy="72008"/>
</p:viewPr>
</file>

<file path=ppt/_rels/presentation.xml.rels><?xml version="1.0" encoding="utf-8"?><Relationships xmlns="http://schemas.openxmlformats.org/package/2006/relationships"><Relationship Id="rId1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presProps" Target="presProps.xml"/><Relationship Id="rId15" Type="http://schemas.microsoft.com/office/2016/11/relationships/changesInfo" Target="changesInfos/changesInfo1.xml"/><Relationship Id="rId14" Type="http://schemas.openxmlformats.org/officeDocument/2006/relationships/tableStyles" Target="tableStyles.xml"/>  <Relationship Id="rId16" Type="http://schemas.openxmlformats.org/officeDocument/2006/relationships/slide" Target="slides/slide3.xml"/>
  <Relationship Id="rId17" Type="http://schemas.openxmlformats.org/officeDocument/2006/relationships/slide" Target="slides/slide4.xml"/>
  <Relationship Id="rId18" Type="http://schemas.openxmlformats.org/officeDocument/2006/relationships/slide" Target="slides/slide5.xml"/>
  <Relationship Id="rId19" Type="http://schemas.openxmlformats.org/officeDocument/2006/relationships/slide" Target="slides/slide6.xml"/>
  <Relationship Id="rId20" Type="http://schemas.openxmlformats.org/officeDocument/2006/relationships/slide" Target="slides/slide7.xml"/>
  <Relationship Id="rId21" Type="http://schemas.openxmlformats.org/officeDocument/2006/relationships/slide" Target="slides/slide8.xml"/>
  <Relationship Id="rId22" Type="http://schemas.openxmlformats.org/officeDocument/2006/relationships/slide" Target="slides/slide9.xml"/>
</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yal Sadot" userId="9c57a40b-08c8-435b-851c-1854c25cf41d" providerId="ADAL" clId="{02003448-2CBC-42C7-80BD-DC4C07BEB2CD}"/>
    <pc:docChg chg="delSld">
      <pc:chgData name="Eyal Sadot" userId="9c57a40b-08c8-435b-851c-1854c25cf41d" providerId="ADAL" clId="{02003448-2CBC-42C7-80BD-DC4C07BEB2CD}" dt="2026-08-09T09:33:40.410" v="1" actId="47"/>
      <pc:docMkLst>
        <pc:docMk/>
      </pc:docMkLst>
      <pc:sldChg chg="del">
        <pc:chgData name="Eyal Sadot" userId="9c57a40b-08c8-435b-851c-1854c25cf41d" providerId="ADAL" clId="{02003448-2CBC-42C7-80BD-DC4C07BEB2CD}" dt="2026-08-09T09:33:35.880" v="0" actId="47"/>
        <pc:sldMkLst>
          <pc:docMk/>
          <pc:sldMk cId="3865700080" sldId="256"/>
        </pc:sldMkLst>
      </pc:sldChg>
      <pc:sldChg chg="del">
        <pc:chgData name="Eyal Sadot" userId="9c57a40b-08c8-435b-851c-1854c25cf41d" providerId="ADAL" clId="{02003448-2CBC-42C7-80BD-DC4C07BEB2CD}" dt="2026-08-09T09:33:35.880" v="0" actId="47"/>
        <pc:sldMkLst>
          <pc:docMk/>
          <pc:sldMk cId="2684559260" sldId="257"/>
        </pc:sldMkLst>
      </pc:sldChg>
      <pc:sldChg chg="del">
        <pc:chgData name="Eyal Sadot" userId="9c57a40b-08c8-435b-851c-1854c25cf41d" providerId="ADAL" clId="{02003448-2CBC-42C7-80BD-DC4C07BEB2CD}" dt="2026-08-09T09:33:35.880" v="0" actId="47"/>
        <pc:sldMkLst>
          <pc:docMk/>
          <pc:sldMk cId="1922135598" sldId="258"/>
        </pc:sldMkLst>
      </pc:sldChg>
      <pc:sldChg chg="del">
        <pc:chgData name="Eyal Sadot" userId="9c57a40b-08c8-435b-851c-1854c25cf41d" providerId="ADAL" clId="{02003448-2CBC-42C7-80BD-DC4C07BEB2CD}" dt="2026-08-09T09:33:35.880" v="0" actId="47"/>
        <pc:sldMkLst>
          <pc:docMk/>
          <pc:sldMk cId="1469482205" sldId="259"/>
        </pc:sldMkLst>
      </pc:sldChg>
      <pc:sldChg chg="del">
        <pc:chgData name="Eyal Sadot" userId="9c57a40b-08c8-435b-851c-1854c25cf41d" providerId="ADAL" clId="{02003448-2CBC-42C7-80BD-DC4C07BEB2CD}" dt="2026-08-09T09:33:35.880" v="0" actId="47"/>
        <pc:sldMkLst>
          <pc:docMk/>
          <pc:sldMk cId="4012172901" sldId="260"/>
        </pc:sldMkLst>
      </pc:sldChg>
      <pc:sldChg chg="del">
        <pc:chgData name="Eyal Sadot" userId="9c57a40b-08c8-435b-851c-1854c25cf41d" providerId="ADAL" clId="{02003448-2CBC-42C7-80BD-DC4C07BEB2CD}" dt="2026-08-09T09:33:40.410" v="1" actId="47"/>
        <pc:sldMkLst>
          <pc:docMk/>
          <pc:sldMk cId="3869672662" sldId="262"/>
        </pc:sldMkLst>
      </pc:sldChg>
      <pc:sldChg chg="del">
        <pc:chgData name="Eyal Sadot" userId="9c57a40b-08c8-435b-851c-1854c25cf41d" providerId="ADAL" clId="{02003448-2CBC-42C7-80BD-DC4C07BEB2CD}" dt="2026-08-09T09:33:40.410" v="1" actId="47"/>
        <pc:sldMkLst>
          <pc:docMk/>
          <pc:sldMk cId="949292105" sldId="271"/>
        </pc:sldMkLst>
      </pc:sldChg>
      <pc:sldChg chg="del">
        <pc:chgData name="Eyal Sadot" userId="9c57a40b-08c8-435b-851c-1854c25cf41d" providerId="ADAL" clId="{02003448-2CBC-42C7-80BD-DC4C07BEB2CD}" dt="2026-08-09T09:33:35.880" v="0" actId="47"/>
        <pc:sldMkLst>
          <pc:docMk/>
          <pc:sldMk cId="3390277075" sldId="273"/>
        </pc:sldMkLst>
      </pc:sldChg>
      <pc:sldChg chg="del">
        <pc:chgData name="Eyal Sadot" userId="9c57a40b-08c8-435b-851c-1854c25cf41d" providerId="ADAL" clId="{02003448-2CBC-42C7-80BD-DC4C07BEB2CD}" dt="2026-08-09T09:33:35.880" v="0" actId="47"/>
        <pc:sldMkLst>
          <pc:docMk/>
          <pc:sldMk cId="1699482050" sldId="274"/>
        </pc:sldMkLst>
      </pc:sldChg>
      <pc:sldChg chg="del">
        <pc:chgData name="Eyal Sadot" userId="9c57a40b-08c8-435b-851c-1854c25cf41d" providerId="ADAL" clId="{02003448-2CBC-42C7-80BD-DC4C07BEB2CD}" dt="2026-08-09T09:33:35.880" v="0" actId="47"/>
        <pc:sldMkLst>
          <pc:docMk/>
          <pc:sldMk cId="4144739114" sldId="275"/>
        </pc:sldMkLst>
      </pc:sldChg>
      <pc:sldChg chg="del">
        <pc:chgData name="Eyal Sadot" userId="9c57a40b-08c8-435b-851c-1854c25cf41d" providerId="ADAL" clId="{02003448-2CBC-42C7-80BD-DC4C07BEB2CD}" dt="2026-08-09T09:33:35.880" v="0" actId="47"/>
        <pc:sldMkLst>
          <pc:docMk/>
          <pc:sldMk cId="581187530" sldId="277"/>
        </pc:sldMkLst>
      </pc:sldChg>
      <pc:sldChg chg="del">
        <pc:chgData name="Eyal Sadot" userId="9c57a40b-08c8-435b-851c-1854c25cf41d" providerId="ADAL" clId="{02003448-2CBC-42C7-80BD-DC4C07BEB2CD}" dt="2026-08-09T09:33:35.880" v="0" actId="47"/>
        <pc:sldMkLst>
          <pc:docMk/>
          <pc:sldMk cId="91274975" sldId="278"/>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שקופית כותרת">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93655D5-7B76-BDB2-D9B2-433ECE4B24D1}"/>
              </a:ext>
            </a:extLst>
          </p:cNvPr>
          <p:cNvSpPr>
            <a:spLocks noGrp="1"/>
          </p:cNvSpPr>
          <p:nvPr>
            <p:ph type="ctrTitle"/>
          </p:nvPr>
        </p:nvSpPr>
        <p:spPr>
          <a:xfrm>
            <a:off x="1524000" y="1122363"/>
            <a:ext cx="9144000" cy="2387600"/>
          </a:xfrm>
        </p:spPr>
        <p:txBody>
          <a:bodyPr anchor="b"/>
          <a:lstStyle>
            <a:lvl1pPr algn="ctr">
              <a:defRPr sz="6000"/>
            </a:lvl1pPr>
          </a:lstStyle>
          <a:p>
            <a:r>
              <a:rPr lang="he-IL"/>
              <a:t>לחץ כדי לערוך סגנון כותרת של תבנית בסיס</a:t>
            </a:r>
            <a:endParaRPr lang="en-IL"/>
          </a:p>
        </p:txBody>
      </p:sp>
      <p:sp>
        <p:nvSpPr>
          <p:cNvPr id="3" name="כותרת משנה 2">
            <a:extLst>
              <a:ext uri="{FF2B5EF4-FFF2-40B4-BE49-F238E27FC236}">
                <a16:creationId xmlns:a16="http://schemas.microsoft.com/office/drawing/2014/main" id="{C163DF22-3979-AEED-67F9-FFA6CD8B4A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he-IL"/>
              <a:t>לחץ כדי לערוך סגנון כותרת משנה של תבנית בסיס</a:t>
            </a:r>
            <a:endParaRPr lang="en-IL"/>
          </a:p>
        </p:txBody>
      </p:sp>
      <p:sp>
        <p:nvSpPr>
          <p:cNvPr id="4" name="מציין מיקום של תאריך 3">
            <a:extLst>
              <a:ext uri="{FF2B5EF4-FFF2-40B4-BE49-F238E27FC236}">
                <a16:creationId xmlns:a16="http://schemas.microsoft.com/office/drawing/2014/main" id="{FDF4C6B0-6865-9368-4A2A-5F992B973D8B}"/>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C91AE897-159A-FE08-2B04-BEA2D209F8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142E9A4F-16BB-D175-FAA5-3926D3C0033E}"/>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817541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כותרת ותוכן">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2E1ED7-A5E2-E434-90CB-2985AEA8CE6E}"/>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3FB50BF1-6323-6188-32E2-0AB50D0B7844}"/>
              </a:ext>
            </a:extLst>
          </p:cNvPr>
          <p:cNvSpPr>
            <a:spLocks noGrp="1"/>
          </p:cNvSpPr>
          <p:nvPr>
            <p:ph idx="1"/>
          </p:nvPr>
        </p:nvSpPr>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1C2E2D15-7E11-D558-04F6-861EC1FE372D}"/>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3A461362-2BC8-E594-001F-647FF3E7FB04}"/>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D8D74CD1-C3FC-0A4B-1549-3AF85DF2B13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8253124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כותרת מקטע עליונ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37B75F83-BCB1-4B12-A816-9BFA8C0D45FB}"/>
              </a:ext>
            </a:extLst>
          </p:cNvPr>
          <p:cNvSpPr>
            <a:spLocks noGrp="1"/>
          </p:cNvSpPr>
          <p:nvPr>
            <p:ph type="title"/>
          </p:nvPr>
        </p:nvSpPr>
        <p:spPr>
          <a:xfrm>
            <a:off x="831850" y="1709738"/>
            <a:ext cx="10515600" cy="2852737"/>
          </a:xfrm>
        </p:spPr>
        <p:txBody>
          <a:bodyPr anchor="b"/>
          <a:lstStyle>
            <a:lvl1pPr>
              <a:defRPr sz="6000"/>
            </a:lvl1p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C5416C64-EEAC-E597-C67C-8628531259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he-IL"/>
              <a:t>לחץ כדי לערוך סגנונות טקסט של תבנית בסיס</a:t>
            </a:r>
          </a:p>
        </p:txBody>
      </p:sp>
      <p:sp>
        <p:nvSpPr>
          <p:cNvPr id="4" name="מציין מיקום של תאריך 3">
            <a:extLst>
              <a:ext uri="{FF2B5EF4-FFF2-40B4-BE49-F238E27FC236}">
                <a16:creationId xmlns:a16="http://schemas.microsoft.com/office/drawing/2014/main" id="{976EB92B-E76E-FBAB-C215-1FC745F3AA25}"/>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FAC925C5-1874-EC92-1041-5CB03A9712C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2744C32C-730C-AAA6-1858-8CFC9B043813}"/>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422570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שני תכנים">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3961AAB-9C72-2379-0782-0BA4AD4A4E72}"/>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77F69A76-C002-A3EA-DCCD-1FABDD769BFE}"/>
              </a:ext>
            </a:extLst>
          </p:cNvPr>
          <p:cNvSpPr>
            <a:spLocks noGrp="1"/>
          </p:cNvSpPr>
          <p:nvPr>
            <p:ph sz="half" idx="1"/>
          </p:nvPr>
        </p:nvSpPr>
        <p:spPr>
          <a:xfrm>
            <a:off x="838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תוכן 3">
            <a:extLst>
              <a:ext uri="{FF2B5EF4-FFF2-40B4-BE49-F238E27FC236}">
                <a16:creationId xmlns:a16="http://schemas.microsoft.com/office/drawing/2014/main" id="{82C4C56E-D457-2853-96BA-3127F904DB7F}"/>
              </a:ext>
            </a:extLst>
          </p:cNvPr>
          <p:cNvSpPr>
            <a:spLocks noGrp="1"/>
          </p:cNvSpPr>
          <p:nvPr>
            <p:ph sz="half" idx="2"/>
          </p:nvPr>
        </p:nvSpPr>
        <p:spPr>
          <a:xfrm>
            <a:off x="6172200" y="1825625"/>
            <a:ext cx="5181600" cy="435133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של תאריך 4">
            <a:extLst>
              <a:ext uri="{FF2B5EF4-FFF2-40B4-BE49-F238E27FC236}">
                <a16:creationId xmlns:a16="http://schemas.microsoft.com/office/drawing/2014/main" id="{B0DEA4C6-3BF0-4249-2C99-647166635D3E}"/>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6455BA81-6A9D-13D2-A593-7A87C28EB787}"/>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F122330C-FF64-3101-BE69-02E15C63124A}"/>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3990292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השוואה">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4E5C1FAC-5FF4-0B59-4531-3DD3B20D97D6}"/>
              </a:ext>
            </a:extLst>
          </p:cNvPr>
          <p:cNvSpPr>
            <a:spLocks noGrp="1"/>
          </p:cNvSpPr>
          <p:nvPr>
            <p:ph type="title"/>
          </p:nvPr>
        </p:nvSpPr>
        <p:spPr>
          <a:xfrm>
            <a:off x="839788" y="365125"/>
            <a:ext cx="10515600" cy="1325563"/>
          </a:xfrm>
        </p:spPr>
        <p:txBody>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2B1611AB-ABBA-DA78-AB2E-3CD2D420A6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4" name="מציין מיקום תוכן 3">
            <a:extLst>
              <a:ext uri="{FF2B5EF4-FFF2-40B4-BE49-F238E27FC236}">
                <a16:creationId xmlns:a16="http://schemas.microsoft.com/office/drawing/2014/main" id="{278590BE-75B3-1AD8-1BA7-297B072F5A7F}"/>
              </a:ext>
            </a:extLst>
          </p:cNvPr>
          <p:cNvSpPr>
            <a:spLocks noGrp="1"/>
          </p:cNvSpPr>
          <p:nvPr>
            <p:ph sz="half" idx="2"/>
          </p:nvPr>
        </p:nvSpPr>
        <p:spPr>
          <a:xfrm>
            <a:off x="839788" y="2505075"/>
            <a:ext cx="5157787"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5" name="מציין מיקום טקסט 4">
            <a:extLst>
              <a:ext uri="{FF2B5EF4-FFF2-40B4-BE49-F238E27FC236}">
                <a16:creationId xmlns:a16="http://schemas.microsoft.com/office/drawing/2014/main" id="{A85205DA-C2D3-42C8-876B-BE88FEC677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he-IL"/>
              <a:t>לחץ כדי לערוך סגנונות טקסט של תבנית בסיס</a:t>
            </a:r>
          </a:p>
        </p:txBody>
      </p:sp>
      <p:sp>
        <p:nvSpPr>
          <p:cNvPr id="6" name="מציין מיקום תוכן 5">
            <a:extLst>
              <a:ext uri="{FF2B5EF4-FFF2-40B4-BE49-F238E27FC236}">
                <a16:creationId xmlns:a16="http://schemas.microsoft.com/office/drawing/2014/main" id="{CBBE61D1-0D81-A7BF-82F1-8C9AACAE800E}"/>
              </a:ext>
            </a:extLst>
          </p:cNvPr>
          <p:cNvSpPr>
            <a:spLocks noGrp="1"/>
          </p:cNvSpPr>
          <p:nvPr>
            <p:ph sz="quarter" idx="4"/>
          </p:nvPr>
        </p:nvSpPr>
        <p:spPr>
          <a:xfrm>
            <a:off x="6172200" y="2505075"/>
            <a:ext cx="5183188" cy="3684588"/>
          </a:xfrm>
        </p:spPr>
        <p:txBody>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7" name="מציין מיקום של תאריך 6">
            <a:extLst>
              <a:ext uri="{FF2B5EF4-FFF2-40B4-BE49-F238E27FC236}">
                <a16:creationId xmlns:a16="http://schemas.microsoft.com/office/drawing/2014/main" id="{BE35E78D-9F79-340D-2AFF-FC6C7F03613C}"/>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8" name="מציין מיקום של כותרת תחתונה 7">
            <a:extLst>
              <a:ext uri="{FF2B5EF4-FFF2-40B4-BE49-F238E27FC236}">
                <a16:creationId xmlns:a16="http://schemas.microsoft.com/office/drawing/2014/main" id="{9CB09053-5BDF-1BC5-0BB4-09B3C7D8355D}"/>
              </a:ext>
            </a:extLst>
          </p:cNvPr>
          <p:cNvSpPr>
            <a:spLocks noGrp="1"/>
          </p:cNvSpPr>
          <p:nvPr>
            <p:ph type="ftr" sz="quarter" idx="11"/>
          </p:nvPr>
        </p:nvSpPr>
        <p:spPr/>
        <p:txBody>
          <a:bodyPr/>
          <a:lstStyle/>
          <a:p>
            <a:endParaRPr lang="en-IL"/>
          </a:p>
        </p:txBody>
      </p:sp>
      <p:sp>
        <p:nvSpPr>
          <p:cNvPr id="9" name="מציין מיקום של מספר שקופית 8">
            <a:extLst>
              <a:ext uri="{FF2B5EF4-FFF2-40B4-BE49-F238E27FC236}">
                <a16:creationId xmlns:a16="http://schemas.microsoft.com/office/drawing/2014/main" id="{42ADDDC0-B589-4E9A-8A3E-2F1BCBFAB7F9}"/>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767055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כותרת בלבד">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0EBF8E03-04EC-D433-5A50-C8DBBEF2DDF8}"/>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תאריך 2">
            <a:extLst>
              <a:ext uri="{FF2B5EF4-FFF2-40B4-BE49-F238E27FC236}">
                <a16:creationId xmlns:a16="http://schemas.microsoft.com/office/drawing/2014/main" id="{80D2DE77-9B1D-A8F6-39F2-83AB364C84E8}"/>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4" name="מציין מיקום של כותרת תחתונה 3">
            <a:extLst>
              <a:ext uri="{FF2B5EF4-FFF2-40B4-BE49-F238E27FC236}">
                <a16:creationId xmlns:a16="http://schemas.microsoft.com/office/drawing/2014/main" id="{76EB72B3-36E6-629C-E1BB-B7FE2C080499}"/>
              </a:ext>
            </a:extLst>
          </p:cNvPr>
          <p:cNvSpPr>
            <a:spLocks noGrp="1"/>
          </p:cNvSpPr>
          <p:nvPr>
            <p:ph type="ftr" sz="quarter" idx="11"/>
          </p:nvPr>
        </p:nvSpPr>
        <p:spPr/>
        <p:txBody>
          <a:bodyPr/>
          <a:lstStyle/>
          <a:p>
            <a:endParaRPr lang="en-IL"/>
          </a:p>
        </p:txBody>
      </p:sp>
      <p:sp>
        <p:nvSpPr>
          <p:cNvPr id="5" name="מציין מיקום של מספר שקופית 4">
            <a:extLst>
              <a:ext uri="{FF2B5EF4-FFF2-40B4-BE49-F238E27FC236}">
                <a16:creationId xmlns:a16="http://schemas.microsoft.com/office/drawing/2014/main" id="{49DA9D9B-DDFF-886C-E62B-5016B02FA06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422584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ריק">
    <p:spTree>
      <p:nvGrpSpPr>
        <p:cNvPr id="1" name=""/>
        <p:cNvGrpSpPr/>
        <p:nvPr/>
      </p:nvGrpSpPr>
      <p:grpSpPr>
        <a:xfrm>
          <a:off x="0" y="0"/>
          <a:ext cx="0" cy="0"/>
          <a:chOff x="0" y="0"/>
          <a:chExt cx="0" cy="0"/>
        </a:xfrm>
      </p:grpSpPr>
      <p:sp>
        <p:nvSpPr>
          <p:cNvPr id="2" name="מציין מיקום של תאריך 1">
            <a:extLst>
              <a:ext uri="{FF2B5EF4-FFF2-40B4-BE49-F238E27FC236}">
                <a16:creationId xmlns:a16="http://schemas.microsoft.com/office/drawing/2014/main" id="{B3C9AF8F-1C68-F68D-8E47-5099453F8B24}"/>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3" name="מציין מיקום של כותרת תחתונה 2">
            <a:extLst>
              <a:ext uri="{FF2B5EF4-FFF2-40B4-BE49-F238E27FC236}">
                <a16:creationId xmlns:a16="http://schemas.microsoft.com/office/drawing/2014/main" id="{A8C2006C-C864-1BCA-350D-776A6C90DB05}"/>
              </a:ext>
            </a:extLst>
          </p:cNvPr>
          <p:cNvSpPr>
            <a:spLocks noGrp="1"/>
          </p:cNvSpPr>
          <p:nvPr>
            <p:ph type="ftr" sz="quarter" idx="11"/>
          </p:nvPr>
        </p:nvSpPr>
        <p:spPr/>
        <p:txBody>
          <a:bodyPr/>
          <a:lstStyle/>
          <a:p>
            <a:endParaRPr lang="en-IL"/>
          </a:p>
        </p:txBody>
      </p:sp>
      <p:sp>
        <p:nvSpPr>
          <p:cNvPr id="4" name="מציין מיקום של מספר שקופית 3">
            <a:extLst>
              <a:ext uri="{FF2B5EF4-FFF2-40B4-BE49-F238E27FC236}">
                <a16:creationId xmlns:a16="http://schemas.microsoft.com/office/drawing/2014/main" id="{BB80805E-A7D9-59B1-F7FE-DB493EB7E825}"/>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887493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תוכן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FCB6E9FD-BDCA-8615-5C76-9AE455484967}"/>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תוכן 2">
            <a:extLst>
              <a:ext uri="{FF2B5EF4-FFF2-40B4-BE49-F238E27FC236}">
                <a16:creationId xmlns:a16="http://schemas.microsoft.com/office/drawing/2014/main" id="{D9BEE56B-884A-FF20-6F16-78E1FFA482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טקסט 3">
            <a:extLst>
              <a:ext uri="{FF2B5EF4-FFF2-40B4-BE49-F238E27FC236}">
                <a16:creationId xmlns:a16="http://schemas.microsoft.com/office/drawing/2014/main" id="{1318CFB7-7D0E-5FF6-195E-0D12C73D77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FA9EA98F-4AB6-617B-0ACB-46F84A97ADE2}"/>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B5323F00-1778-747D-4CA3-7BE566ED1AE1}"/>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92B465A2-907D-FB84-6055-CBFCE4DE316C}"/>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2963741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תמונה עם כיתוב">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A2FA106A-289E-871F-F5F5-8CC8CADFDC20}"/>
              </a:ext>
            </a:extLst>
          </p:cNvPr>
          <p:cNvSpPr>
            <a:spLocks noGrp="1"/>
          </p:cNvSpPr>
          <p:nvPr>
            <p:ph type="title"/>
          </p:nvPr>
        </p:nvSpPr>
        <p:spPr>
          <a:xfrm>
            <a:off x="839788" y="457200"/>
            <a:ext cx="3932237" cy="1600200"/>
          </a:xfrm>
        </p:spPr>
        <p:txBody>
          <a:bodyPr anchor="b"/>
          <a:lstStyle>
            <a:lvl1pPr>
              <a:defRPr sz="3200"/>
            </a:lvl1pPr>
          </a:lstStyle>
          <a:p>
            <a:r>
              <a:rPr lang="he-IL"/>
              <a:t>לחץ כדי לערוך סגנון כותרת של תבנית בסיס</a:t>
            </a:r>
            <a:endParaRPr lang="en-IL"/>
          </a:p>
        </p:txBody>
      </p:sp>
      <p:sp>
        <p:nvSpPr>
          <p:cNvPr id="3" name="מציין מיקום של תמונה 2">
            <a:extLst>
              <a:ext uri="{FF2B5EF4-FFF2-40B4-BE49-F238E27FC236}">
                <a16:creationId xmlns:a16="http://schemas.microsoft.com/office/drawing/2014/main" id="{BEA8EC99-AB5D-08CE-C63E-479D1F26A8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מציין מיקום טקסט 3">
            <a:extLst>
              <a:ext uri="{FF2B5EF4-FFF2-40B4-BE49-F238E27FC236}">
                <a16:creationId xmlns:a16="http://schemas.microsoft.com/office/drawing/2014/main" id="{BB75CA46-2A8A-A500-73E6-574585BC63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he-IL"/>
              <a:t>לחץ כדי לערוך סגנונות טקסט של תבנית בסיס</a:t>
            </a:r>
          </a:p>
        </p:txBody>
      </p:sp>
      <p:sp>
        <p:nvSpPr>
          <p:cNvPr id="5" name="מציין מיקום של תאריך 4">
            <a:extLst>
              <a:ext uri="{FF2B5EF4-FFF2-40B4-BE49-F238E27FC236}">
                <a16:creationId xmlns:a16="http://schemas.microsoft.com/office/drawing/2014/main" id="{D9CE62B9-52EE-063D-A438-9E61AE1518C8}"/>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6" name="מציין מיקום של כותרת תחתונה 5">
            <a:extLst>
              <a:ext uri="{FF2B5EF4-FFF2-40B4-BE49-F238E27FC236}">
                <a16:creationId xmlns:a16="http://schemas.microsoft.com/office/drawing/2014/main" id="{AA824396-F9DB-75DA-33C9-2B779900C1D4}"/>
              </a:ext>
            </a:extLst>
          </p:cNvPr>
          <p:cNvSpPr>
            <a:spLocks noGrp="1"/>
          </p:cNvSpPr>
          <p:nvPr>
            <p:ph type="ftr" sz="quarter" idx="11"/>
          </p:nvPr>
        </p:nvSpPr>
        <p:spPr/>
        <p:txBody>
          <a:bodyPr/>
          <a:lstStyle/>
          <a:p>
            <a:endParaRPr lang="en-IL"/>
          </a:p>
        </p:txBody>
      </p:sp>
      <p:sp>
        <p:nvSpPr>
          <p:cNvPr id="7" name="מציין מיקום של מספר שקופית 6">
            <a:extLst>
              <a:ext uri="{FF2B5EF4-FFF2-40B4-BE49-F238E27FC236}">
                <a16:creationId xmlns:a16="http://schemas.microsoft.com/office/drawing/2014/main" id="{EC378360-5782-0A4E-2B7D-485BDFF835B2}"/>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0878607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כותרת וטקסט אנכי">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63DEF039-C6BC-A819-D595-4A20803C28B3}"/>
              </a:ext>
            </a:extLst>
          </p:cNvPr>
          <p:cNvSpPr>
            <a:spLocks noGrp="1"/>
          </p:cNvSpPr>
          <p:nvPr>
            <p:ph type="title"/>
          </p:nvPr>
        </p:nvSpPr>
        <p:spPr/>
        <p:txBody>
          <a:bodyPr/>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03D74BD-55F5-0C77-6FD9-0CF39A901E51}"/>
              </a:ext>
            </a:extLst>
          </p:cNvPr>
          <p:cNvSpPr>
            <a:spLocks noGrp="1"/>
          </p:cNvSpPr>
          <p:nvPr>
            <p:ph type="body" orient="vert" idx="1"/>
          </p:nvPr>
        </p:nvSpPr>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5DAA8960-576B-9503-F8FD-760E173FB6AE}"/>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6A77FD7E-A75B-13CC-CDBB-C7134997A077}"/>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3E207FB3-3023-8836-8CD2-AEE0C530BD50}"/>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11503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כותרת אנכית וטקסט">
    <p:spTree>
      <p:nvGrpSpPr>
        <p:cNvPr id="1" name=""/>
        <p:cNvGrpSpPr/>
        <p:nvPr/>
      </p:nvGrpSpPr>
      <p:grpSpPr>
        <a:xfrm>
          <a:off x="0" y="0"/>
          <a:ext cx="0" cy="0"/>
          <a:chOff x="0" y="0"/>
          <a:chExt cx="0" cy="0"/>
        </a:xfrm>
      </p:grpSpPr>
      <p:sp>
        <p:nvSpPr>
          <p:cNvPr id="2" name="כותרת אנכית 1">
            <a:extLst>
              <a:ext uri="{FF2B5EF4-FFF2-40B4-BE49-F238E27FC236}">
                <a16:creationId xmlns:a16="http://schemas.microsoft.com/office/drawing/2014/main" id="{133AF92A-CF65-F8BD-9C54-9BD4A8F66AF6}"/>
              </a:ext>
            </a:extLst>
          </p:cNvPr>
          <p:cNvSpPr>
            <a:spLocks noGrp="1"/>
          </p:cNvSpPr>
          <p:nvPr>
            <p:ph type="title" orient="vert"/>
          </p:nvPr>
        </p:nvSpPr>
        <p:spPr>
          <a:xfrm>
            <a:off x="8724900" y="365125"/>
            <a:ext cx="2628900" cy="5811838"/>
          </a:xfrm>
        </p:spPr>
        <p:txBody>
          <a:bodyPr vert="eaVert"/>
          <a:lstStyle/>
          <a:p>
            <a:r>
              <a:rPr lang="he-IL"/>
              <a:t>לחץ כדי לערוך סגנון כותרת של תבנית בסיס</a:t>
            </a:r>
            <a:endParaRPr lang="en-IL"/>
          </a:p>
        </p:txBody>
      </p:sp>
      <p:sp>
        <p:nvSpPr>
          <p:cNvPr id="3" name="מציין מיקום של טקסט אנכי 2">
            <a:extLst>
              <a:ext uri="{FF2B5EF4-FFF2-40B4-BE49-F238E27FC236}">
                <a16:creationId xmlns:a16="http://schemas.microsoft.com/office/drawing/2014/main" id="{9E3758F1-E76F-F635-23AE-297B21E242BC}"/>
              </a:ext>
            </a:extLst>
          </p:cNvPr>
          <p:cNvSpPr>
            <a:spLocks noGrp="1"/>
          </p:cNvSpPr>
          <p:nvPr>
            <p:ph type="body" orient="vert" idx="1"/>
          </p:nvPr>
        </p:nvSpPr>
        <p:spPr>
          <a:xfrm>
            <a:off x="838200" y="365125"/>
            <a:ext cx="7734300" cy="5811838"/>
          </a:xfrm>
        </p:spPr>
        <p:txBody>
          <a:bodyPr vert="eaVert"/>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E53EEDB9-1BD2-CF0C-1B70-668C29D410A6}"/>
              </a:ext>
            </a:extLst>
          </p:cNvPr>
          <p:cNvSpPr>
            <a:spLocks noGrp="1"/>
          </p:cNvSpPr>
          <p:nvPr>
            <p:ph type="dt" sz="half" idx="10"/>
          </p:nvPr>
        </p:nvSpPr>
        <p:spPr/>
        <p:txBody>
          <a:body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FC81EF60-A0DC-1B56-1082-11B50107110A}"/>
              </a:ext>
            </a:extLst>
          </p:cNvPr>
          <p:cNvSpPr>
            <a:spLocks noGrp="1"/>
          </p:cNvSpPr>
          <p:nvPr>
            <p:ph type="ftr" sz="quarter" idx="11"/>
          </p:nvPr>
        </p:nvSpPr>
        <p:spPr/>
        <p:txBody>
          <a:bodyPr/>
          <a:lstStyle/>
          <a:p>
            <a:endParaRPr lang="en-IL"/>
          </a:p>
        </p:txBody>
      </p:sp>
      <p:sp>
        <p:nvSpPr>
          <p:cNvPr id="6" name="מציין מיקום של מספר שקופית 5">
            <a:extLst>
              <a:ext uri="{FF2B5EF4-FFF2-40B4-BE49-F238E27FC236}">
                <a16:creationId xmlns:a16="http://schemas.microsoft.com/office/drawing/2014/main" id="{E74F17FA-932C-6CCC-0DA8-3922C316EA71}"/>
              </a:ext>
            </a:extLst>
          </p:cNvPr>
          <p:cNvSpPr>
            <a:spLocks noGrp="1"/>
          </p:cNvSpPr>
          <p:nvPr>
            <p:ph type="sldNum" sz="quarter" idx="12"/>
          </p:nvPr>
        </p:nvSpPr>
        <p:spPr/>
        <p:txBody>
          <a:bodyPr/>
          <a:lstStyle/>
          <a:p>
            <a:fld id="{CAE15F64-39BB-45C3-BBE5-65357DD70B42}" type="slidenum">
              <a:rPr lang="en-IL" smtClean="0"/>
              <a:t>‹#›</a:t>
            </a:fld>
            <a:endParaRPr lang="en-IL"/>
          </a:p>
        </p:txBody>
      </p:sp>
    </p:spTree>
    <p:extLst>
      <p:ext uri="{BB962C8B-B14F-4D97-AF65-F5344CB8AC3E}">
        <p14:creationId xmlns:p14="http://schemas.microsoft.com/office/powerpoint/2010/main" val="152555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מציין מיקום של כותרת 1">
            <a:extLst>
              <a:ext uri="{FF2B5EF4-FFF2-40B4-BE49-F238E27FC236}">
                <a16:creationId xmlns:a16="http://schemas.microsoft.com/office/drawing/2014/main" id="{DF0BBCCB-73E7-59B5-1FA6-454B65360E3A}"/>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he-IL"/>
              <a:t>לחץ כדי לערוך סגנון כותרת של תבנית בסיס</a:t>
            </a:r>
            <a:endParaRPr lang="en-IL"/>
          </a:p>
        </p:txBody>
      </p:sp>
      <p:sp>
        <p:nvSpPr>
          <p:cNvPr id="3" name="מציין מיקום טקסט 2">
            <a:extLst>
              <a:ext uri="{FF2B5EF4-FFF2-40B4-BE49-F238E27FC236}">
                <a16:creationId xmlns:a16="http://schemas.microsoft.com/office/drawing/2014/main" id="{1956500C-A04C-EC5C-FB8B-FB20266DF7A1}"/>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he-IL"/>
              <a:t>לחץ כדי לערוך סגנונות טקסט של תבנית בסיס</a:t>
            </a:r>
          </a:p>
          <a:p>
            <a:pPr lvl="1"/>
            <a:r>
              <a:rPr lang="he-IL"/>
              <a:t>רמה שנייה</a:t>
            </a:r>
          </a:p>
          <a:p>
            <a:pPr lvl="2"/>
            <a:r>
              <a:rPr lang="he-IL"/>
              <a:t>רמה שלישית</a:t>
            </a:r>
          </a:p>
          <a:p>
            <a:pPr lvl="3"/>
            <a:r>
              <a:rPr lang="he-IL"/>
              <a:t>רמה רביעית</a:t>
            </a:r>
          </a:p>
          <a:p>
            <a:pPr lvl="4"/>
            <a:r>
              <a:rPr lang="he-IL"/>
              <a:t>רמה חמישית</a:t>
            </a:r>
            <a:endParaRPr lang="en-IL"/>
          </a:p>
        </p:txBody>
      </p:sp>
      <p:sp>
        <p:nvSpPr>
          <p:cNvPr id="4" name="מציין מיקום של תאריך 3">
            <a:extLst>
              <a:ext uri="{FF2B5EF4-FFF2-40B4-BE49-F238E27FC236}">
                <a16:creationId xmlns:a16="http://schemas.microsoft.com/office/drawing/2014/main" id="{AA44FF6E-D523-BBE0-054B-C69A1CA7934B}"/>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86AAF1C5-50B2-4937-8234-44C132520904}" type="datetimeFigureOut">
              <a:rPr lang="en-IL" smtClean="0"/>
              <a:t>08/09/2026</a:t>
            </a:fld>
            <a:endParaRPr lang="en-IL"/>
          </a:p>
        </p:txBody>
      </p:sp>
      <p:sp>
        <p:nvSpPr>
          <p:cNvPr id="5" name="מציין מיקום של כותרת תחתונה 4">
            <a:extLst>
              <a:ext uri="{FF2B5EF4-FFF2-40B4-BE49-F238E27FC236}">
                <a16:creationId xmlns:a16="http://schemas.microsoft.com/office/drawing/2014/main" id="{E3201DA7-8EE9-7183-0C56-4477E25239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IL"/>
          </a:p>
        </p:txBody>
      </p:sp>
      <p:sp>
        <p:nvSpPr>
          <p:cNvPr id="6" name="מציין מיקום של מספר שקופית 5">
            <a:extLst>
              <a:ext uri="{FF2B5EF4-FFF2-40B4-BE49-F238E27FC236}">
                <a16:creationId xmlns:a16="http://schemas.microsoft.com/office/drawing/2014/main" id="{A915B221-736A-9F3F-D305-29A35AB23CA2}"/>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CAE15F64-39BB-45C3-BBE5-65357DD70B42}" type="slidenum">
              <a:rPr lang="en-IL" smtClean="0"/>
              <a:t>‹#›</a:t>
            </a:fld>
            <a:endParaRPr lang="en-IL"/>
          </a:p>
        </p:txBody>
      </p:sp>
    </p:spTree>
    <p:extLst>
      <p:ext uri="{BB962C8B-B14F-4D97-AF65-F5344CB8AC3E}">
        <p14:creationId xmlns:p14="http://schemas.microsoft.com/office/powerpoint/2010/main" val="2684146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Footer" Type="http://schemas.openxmlformats.org/officeDocument/2006/relationships/image" Target="../media/footer_line_logo.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Wrist" Type="http://schemas.openxmlformats.org/officeDocument/2006/relationships/image" Target="../media/tile_wrist.png"/><Relationship Id="rIdThumb" Type="http://schemas.openxmlformats.org/officeDocument/2006/relationships/image" Target="../media/tile_thumb.png"/><Relationship Id="rIdBelt" Type="http://schemas.openxmlformats.org/officeDocument/2006/relationships/image" Target="../media/tile_belt.png"/><Relationship Id="rIdKnee" Type="http://schemas.openxmlformats.org/officeDocument/2006/relationships/image" Target="../media/tile_knee.png"/><Relationship Id="rIdAnkle" Type="http://schemas.openxmlformats.org/officeDocument/2006/relationships/image" Target="../media/tile_ankle.png"/><Relationship Id="rIdFooter" Type="http://schemas.openxmlformats.org/officeDocument/2006/relationships/image" Target="../media/footer_line_logo.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Lumbo" Type="http://schemas.openxmlformats.org/officeDocument/2006/relationships/image" Target="../media/tile_lumbo.png"/><Relationship Id="rIdTennis" Type="http://schemas.openxmlformats.org/officeDocument/2006/relationships/image" Target="../media/tile_tennis.png"/><Relationship Id="rIdElbow" Type="http://schemas.openxmlformats.org/officeDocument/2006/relationships/image" Target="../media/tile_elbow.png"/><Relationship Id="rIdPosture" Type="http://schemas.openxmlformats.org/officeDocument/2006/relationships/image" Target="../media/tile_posture.png"/><Relationship Id="rIdAnkleAc" Type="http://schemas.openxmlformats.org/officeDocument/2006/relationships/image" Target="../media/tile_ankle_ac.png"/><Relationship Id="rIdFooter" Type="http://schemas.openxmlformats.org/officeDocument/2006/relationships/image" Target="../media/footer_line_logo.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Lumbo" Type="http://schemas.openxmlformats.org/officeDocument/2006/relationships/image" Target="../media/tile_criss.png"/><Relationship Id="rIdTennis" Type="http://schemas.openxmlformats.org/officeDocument/2006/relationships/image" Target="../media/tile_thermal_tennis.png"/><Relationship Id="rIdElbow" Type="http://schemas.openxmlformats.org/officeDocument/2006/relationships/image" Target="../media/tile_wrist20.png"/><Relationship Id="rIdPosture" Type="http://schemas.openxmlformats.org/officeDocument/2006/relationships/image" Target="../media/tile_thigh.png"/><Relationship Id="rIdAnkleAc" Type="http://schemas.openxmlformats.org/officeDocument/2006/relationships/image" Target="../media/tile_patella.png"/><Relationship Id="rIdFooter" Type="http://schemas.openxmlformats.org/officeDocument/2006/relationships/image" Target="../media/footer_line_logo.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ArmSling" Type="http://schemas.openxmlformats.org/officeDocument/2006/relationships/image" Target="../media/tile_arm_sling.png"/><Relationship Id="rIdSternumBelt" Type="http://schemas.openxmlformats.org/officeDocument/2006/relationships/image" Target="../media/tile_sternum_belt.png"/><Relationship Id="rIdPostSurgBelt" Type="http://schemas.openxmlformats.org/officeDocument/2006/relationships/image" Target="../media/tile_post_surgical_belt.png"/><Relationship Id="rIdArmShoulder" Type="http://schemas.openxmlformats.org/officeDocument/2006/relationships/image" Target="../media/tile_arm_shoulder_immob.png"/><Relationship Id="rIdCervicalCollar" Type="http://schemas.openxmlformats.org/officeDocument/2006/relationships/image" Target="../media/tile_cervical_collar.png"/><Relationship Id="rIdFooter" Type="http://schemas.openxmlformats.org/officeDocument/2006/relationships/image" Target="../media/footer_line_logo.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WristComp" Type="http://schemas.openxmlformats.org/officeDocument/2006/relationships/image" Target="../media/tile_wrist_compression.png"/><Relationship Id="rIdElbowComp" Type="http://schemas.openxmlformats.org/officeDocument/2006/relationships/image" Target="../media/tile_elbow_compression.png"/><Relationship Id="rIdAnkleComp" Type="http://schemas.openxmlformats.org/officeDocument/2006/relationships/image" Target="../media/tile_ankle_compression.png"/><Relationship Id="rIdKneeComp" Type="http://schemas.openxmlformats.org/officeDocument/2006/relationships/image" Target="../media/tile_knee_compression.png"/><Relationship Id="rIdShinComp" Type="http://schemas.openxmlformats.org/officeDocument/2006/relationships/image" Target="../media/tile_shin_compression.png"/><Relationship Id="rIdFooter" Type="http://schemas.openxmlformats.org/officeDocument/2006/relationships/image" Target="../media/footer_line_logo.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Kinesio" Type="http://schemas.openxmlformats.org/officeDocument/2006/relationships/image" Target="../media/tile_kinesiology_tape.png"/><Relationship Id="rIdAdhesive804" Type="http://schemas.openxmlformats.org/officeDocument/2006/relationships/image" Target="../media/tile_adhesive_tape_804.png"/><Relationship Id="rIdAdhesive805" Type="http://schemas.openxmlformats.org/officeDocument/2006/relationships/image" Target="../media/tile_adhesive_tape_805.png"/><Relationship Id="rIdCohesive807" Type="http://schemas.openxmlformats.org/officeDocument/2006/relationships/image" Target="../media/tile_cohesive_bandage_807.png"/><Relationship Id="rIdCohesive806" Type="http://schemas.openxmlformats.org/officeDocument/2006/relationships/image" Target="../media/tile_cohesive_bandage_806.png"/><Relationship Id="rIdCooling" Type="http://schemas.openxmlformats.org/officeDocument/2006/relationships/image" Target="../media/tile_cooling_bandage.png"/><Relationship Id="rIdFooter" Type="http://schemas.openxmlformats.org/officeDocument/2006/relationships/image" Target="../media/footer_line_logo.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Arch" Type="http://schemas.openxmlformats.org/officeDocument/2006/relationships/image" Target="../media/tile_arch_support.png"/><Relationship Id="rIdNail" Type="http://schemas.openxmlformats.org/officeDocument/2006/relationships/image" Target="../media/tile_ingrown_nail.png"/><Relationship Id="rIdHallux" Type="http://schemas.openxmlformats.org/officeDocument/2006/relationships/image" Target="../media/tile_hallux_valgus.png"/><Relationship Id="rIdHeel" Type="http://schemas.openxmlformats.org/officeDocument/2006/relationships/image" Target="../media/tile_heel_cushion.png"/><Relationship Id="rIdCohesiveFC" Type="http://schemas.openxmlformats.org/officeDocument/2006/relationships/image" Target="../media/tile_footcare_cohesive.png"/><Relationship Id="rIdFooter" Type="http://schemas.openxmlformats.org/officeDocument/2006/relationships/image" Target="../media/footer_line_logo.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BgLeft" Type="http://schemas.openxmlformats.org/officeDocument/2006/relationships/image" Target="../media/slide9_left_navy.jpg"/><Relationship Id="rIdFooter" Type="http://schemas.openxmlformats.org/officeDocument/2006/relationships/image" Target="../media/footer_line_logo.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sp>
        <p:nvSpPr>
          <p:cNvPr id="11" name="TextBox 11"/>
          <p:cNvSpPr txBox="1"/>
          <p:nvPr/>
        </p:nvSpPr>
        <p:spPr>
          <a:xfrm>
            <a:off x="914400" y="685800"/>
            <a:ext cx="4000000" cy="400000"/>
          </a:xfrm>
          <a:prstGeom prst="rect">
            <a:avLst/>
          </a:prstGeom>
          <a:noFill/>
          <a:ln>
            <a:noFill/>
          </a:ln>
        </p:spPr>
        <p:txBody>
          <a:bodyPr wrap="square" lIns="0" tIns="0" rIns="0" bIns="0" anchor="t" rtlCol="0">
            <a:noAutofit/>
          </a:bodyPr>
          <a:lstStyle/>
          <a:p>
            <a:pPr algn="l" rtl="0" indent="0" marL="0">
              <a:buNone/>
            </a:pPr>
            <a:r>
              <a:rPr lang="en-US" sz="1600" b="1" i="0" spc="400" dirty="0">
                <a:solidFill>
                  <a:srgbClr val="CADCFC"/>
                </a:solidFill>
                <a:latin typeface="Arial"/>
              </a:rPr>
              <a:t>URIEL</a:t>
            </a:r>
          </a:p>
        </p:txBody>
      </p:sp>
      <p:sp>
        <p:nvSpPr>
          <p:cNvPr id="12" name="Frame"/>
          <p:cNvSpPr/>
          <p:nvPr/>
        </p:nvSpPr>
        <p:spPr>
          <a:xfrm>
            <a:off x="914400" y="1600200"/>
            <a:ext cx="10363200" cy="2971800"/>
          </a:xfrm>
          <a:prstGeom prst="snip1Rect">
            <a:avLst>
              <a:gd name="adj" fmla="val 7402"/>
            </a:avLst>
          </a:prstGeom>
          <a:noFill/>
          <a:ln w="28575">
            <a:solidFill>
              <a:srgbClr val="FFD500"/>
            </a:solidFill>
          </a:ln>
        </p:spPr>
      </p:sp>
      <p:sp>
        <p:nvSpPr>
          <p:cNvPr id="13" name="TextBox 13"/>
          <p:cNvSpPr txBox="1"/>
          <p:nvPr/>
        </p:nvSpPr>
        <p:spPr>
          <a:xfrm>
            <a:off x="1514400" y="2500200"/>
            <a:ext cx="9163200" cy="1200000"/>
          </a:xfrm>
          <a:prstGeom prst="rect">
            <a:avLst/>
          </a:prstGeom>
          <a:noFill/>
          <a:ln>
            <a:noFill/>
          </a:ln>
        </p:spPr>
        <p:txBody>
          <a:bodyPr wrap="square" lIns="0" tIns="0" rIns="0" bIns="0" anchor="ctr" rtlCol="0">
            <a:noAutofit/>
          </a:bodyPr>
          <a:lstStyle/>
          <a:p>
            <a:pPr algn="l" rtl="0" indent="0" marL="0">
              <a:buNone/>
            </a:pPr>
            <a:r>
              <a:rPr lang="en-US" sz="4800" b="1" i="0" spc="0" dirty="0">
                <a:solidFill>
                  <a:srgbClr val="FFD500"/>
                </a:solidFill>
                <a:latin typeface="Arial"/>
              </a:rPr>
              <a:t>PRODUCT LINE DETAILS</a:t>
            </a:r>
          </a:p>
        </p:txBody>
      </p:sp>
      <p:sp>
        <p:nvSpPr>
          <p:cNvPr id="14" name="TextBox 14"/>
          <p:cNvSpPr txBox="1"/>
          <p:nvPr/>
        </p:nvSpPr>
        <p:spPr>
          <a:xfrm>
            <a:off x="1514400" y="3500200"/>
            <a:ext cx="9163200" cy="500000"/>
          </a:xfrm>
          <a:prstGeom prst="rect">
            <a:avLst/>
          </a:prstGeom>
          <a:noFill/>
          <a:ln>
            <a:noFill/>
          </a:ln>
        </p:spPr>
        <p:txBody>
          <a:bodyPr wrap="square" lIns="0" tIns="0" rIns="0" bIns="0" anchor="t" rtlCol="0">
            <a:noAutofit/>
          </a:bodyPr>
          <a:lstStyle/>
          <a:p>
            <a:pPr algn="l" rtl="0" indent="0" marL="0">
              <a:buNone/>
            </a:pPr>
            <a:r>
              <a:rPr lang="en-US" sz="1400" b="1" i="0" spc="300" dirty="0">
                <a:solidFill>
                  <a:srgbClr val="FFFFFF"/>
                </a:solidFill>
                <a:latin typeface="Arial"/>
              </a:rPr>
              <a:t>COMPANY PRODUCT CATALOG</a:t>
            </a:r>
          </a:p>
        </p:txBody>
      </p:sp>
      <p:pic>
        <p:nvPicPr>
          <p:cNvPr id="15"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pic>
        <p:nvPicPr>
          <p:cNvPr id="11" name="Product wrist"/>
          <p:cNvPicPr>
            <a:picLocks noChangeAspect="1"/>
          </p:cNvPicPr>
          <p:nvPr/>
        </p:nvPicPr>
        <p:blipFill>
          <a:blip r:embed="rIdWrist"/>
          <a:stretch>
            <a:fillRect/>
          </a:stretch>
        </p:blipFill>
        <p:spPr>
          <a:xfrm>
            <a:off x="286869" y="1533445"/>
            <a:ext cx="2227147" cy="1679488"/>
          </a:xfrm>
          <a:prstGeom prst="rect">
            <a:avLst/>
          </a:prstGeom>
        </p:spPr>
      </p:pic>
      <p:sp>
        <p:nvSpPr>
          <p:cNvPr id="12" name="TextBox 12"/>
          <p:cNvSpPr txBox="1"/>
          <p:nvPr/>
        </p:nvSpPr>
        <p:spPr>
          <a:xfrm>
            <a:off x="286869"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WRIST SUPPORT</a:t>
            </a:r>
          </a:p>
        </p:txBody>
      </p:sp>
      <p:pic>
        <p:nvPicPr>
          <p:cNvPr id="13" name="Product thumb"/>
          <p:cNvPicPr>
            <a:picLocks noChangeAspect="1"/>
          </p:cNvPicPr>
          <p:nvPr/>
        </p:nvPicPr>
        <p:blipFill>
          <a:blip r:embed="rIdThumb"/>
          <a:stretch>
            <a:fillRect/>
          </a:stretch>
        </p:blipFill>
        <p:spPr>
          <a:xfrm>
            <a:off x="2743511" y="1533445"/>
            <a:ext cx="2227147" cy="1684703"/>
          </a:xfrm>
          <a:prstGeom prst="rect">
            <a:avLst/>
          </a:prstGeom>
        </p:spPr>
      </p:pic>
      <p:sp>
        <p:nvSpPr>
          <p:cNvPr id="14" name="TextBox 14"/>
          <p:cNvSpPr txBox="1"/>
          <p:nvPr/>
        </p:nvSpPr>
        <p:spPr>
          <a:xfrm>
            <a:off x="2743511" y="3291169"/>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THUMB SUPPORT</a:t>
            </a:r>
          </a:p>
        </p:txBody>
      </p:sp>
      <p:pic>
        <p:nvPicPr>
          <p:cNvPr id="15" name="Product belt"/>
          <p:cNvPicPr>
            <a:picLocks noChangeAspect="1"/>
          </p:cNvPicPr>
          <p:nvPr/>
        </p:nvPicPr>
        <p:blipFill>
          <a:blip r:embed="rIdBelt"/>
          <a:stretch>
            <a:fillRect/>
          </a:stretch>
        </p:blipFill>
        <p:spPr>
          <a:xfrm>
            <a:off x="5184505" y="1533445"/>
            <a:ext cx="2227147" cy="1679488"/>
          </a:xfrm>
          <a:prstGeom prst="rect">
            <a:avLst/>
          </a:prstGeom>
        </p:spPr>
      </p:pic>
      <p:sp>
        <p:nvSpPr>
          <p:cNvPr id="16" name="TextBox 16"/>
          <p:cNvSpPr txBox="1"/>
          <p:nvPr/>
        </p:nvSpPr>
        <p:spPr>
          <a:xfrm>
            <a:off x="5184505"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ABDOMINAL BELT</a:t>
            </a:r>
          </a:p>
        </p:txBody>
      </p:sp>
      <p:pic>
        <p:nvPicPr>
          <p:cNvPr id="17" name="Product knee"/>
          <p:cNvPicPr>
            <a:picLocks noChangeAspect="1"/>
          </p:cNvPicPr>
          <p:nvPr/>
        </p:nvPicPr>
        <p:blipFill>
          <a:blip r:embed="rIdKnee"/>
          <a:stretch>
            <a:fillRect/>
          </a:stretch>
        </p:blipFill>
        <p:spPr>
          <a:xfrm>
            <a:off x="286869" y="4240445"/>
            <a:ext cx="2227147" cy="1679488"/>
          </a:xfrm>
          <a:prstGeom prst="rect">
            <a:avLst/>
          </a:prstGeom>
        </p:spPr>
      </p:pic>
      <p:sp>
        <p:nvSpPr>
          <p:cNvPr id="18" name="TextBox 18"/>
          <p:cNvSpPr txBox="1"/>
          <p:nvPr/>
        </p:nvSpPr>
        <p:spPr>
          <a:xfrm>
            <a:off x="286869"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KNEE SUPPORT</a:t>
            </a:r>
          </a:p>
        </p:txBody>
      </p:sp>
      <p:pic>
        <p:nvPicPr>
          <p:cNvPr id="19" name="Product ankle"/>
          <p:cNvPicPr>
            <a:picLocks noChangeAspect="1"/>
          </p:cNvPicPr>
          <p:nvPr/>
        </p:nvPicPr>
        <p:blipFill>
          <a:blip r:embed="rIdAnkle"/>
          <a:stretch>
            <a:fillRect/>
          </a:stretch>
        </p:blipFill>
        <p:spPr>
          <a:xfrm>
            <a:off x="2743511" y="4240445"/>
            <a:ext cx="2227147" cy="1679488"/>
          </a:xfrm>
          <a:prstGeom prst="rect">
            <a:avLst/>
          </a:prstGeom>
        </p:spPr>
      </p:pic>
      <p:sp>
        <p:nvSpPr>
          <p:cNvPr id="20" name="TextBox 20"/>
          <p:cNvSpPr txBox="1"/>
          <p:nvPr/>
        </p:nvSpPr>
        <p:spPr>
          <a:xfrm>
            <a:off x="2743511"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ANKLE BANDAGE</a:t>
            </a:r>
          </a:p>
        </p:txBody>
      </p:sp>
      <p:sp>
        <p:nvSpPr>
          <p:cNvPr id="21" name="TextBox 21"/>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FFD500"/>
                </a:solidFill>
                <a:latin typeface="Arial"/>
              </a:rPr>
              <a:t>ORTHOPEDIC SUPPORT</a:t>
            </a:r>
          </a:p>
        </p:txBody>
      </p:sp>
      <p:sp>
        <p:nvSpPr>
          <p:cNvPr id="22" name="Frame"/>
          <p:cNvSpPr/>
          <p:nvPr/>
        </p:nvSpPr>
        <p:spPr>
          <a:xfrm>
            <a:off x="7667226" y="1199634"/>
            <a:ext cx="3859692" cy="4746378"/>
          </a:xfrm>
          <a:prstGeom prst="snip1Rect">
            <a:avLst>
              <a:gd name="adj" fmla="val 4663"/>
            </a:avLst>
          </a:prstGeom>
          <a:noFill/>
          <a:ln w="25400">
            <a:solidFill>
              <a:srgbClr val="FFD500"/>
            </a:solidFill>
          </a:ln>
        </p:spPr>
      </p:sp>
      <p:sp>
        <p:nvSpPr>
          <p:cNvPr id="23" name="TextBox 23"/>
          <p:cNvSpPr txBox="1"/>
          <p:nvPr/>
        </p:nvSpPr>
        <p:spPr>
          <a:xfrm>
            <a:off x="7928016" y="2190636"/>
            <a:ext cx="3442428" cy="78237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FFFFFF"/>
                </a:solidFill>
                <a:latin typeface="Arial"/>
              </a:rPr>
              <a:t>ST-CORE EVERYDAY SERIES</a:t>
            </a:r>
          </a:p>
        </p:txBody>
      </p:sp>
      <p:sp>
        <p:nvSpPr>
          <p:cNvPr id="24" name="TextBox 24"/>
          <p:cNvSpPr txBox="1"/>
          <p:nvPr/>
        </p:nvSpPr>
        <p:spPr>
          <a:xfrm>
            <a:off x="7928016" y="3025164"/>
            <a:ext cx="3442428" cy="2086320"/>
          </a:xfrm>
          <a:prstGeom prst="rect">
            <a:avLst/>
          </a:prstGeom>
          <a:noFill/>
          <a:ln>
            <a:noFill/>
          </a:ln>
        </p:spPr>
        <p:txBody>
          <a:bodyPr wrap="square" lIns="0" tIns="0" rIns="0" bIns="0" anchor="t" rtlCol="0">
            <a:noAutofit/>
          </a:bodyPr>
          <a:lstStyle/>
          <a:p>
            <a:pPr algn="just" rtl="0" indent="0" marL="0">
              <a:buNone/>
            </a:pPr>
            <a:r>
              <a:rPr lang="en-US" sz="1400" b="0" i="0" spc="0" dirty="0">
                <a:solidFill>
                  <a:srgbClr val="FFFFFF"/>
                </a:solidFill>
                <a:latin typeface="Calibri"/>
              </a:rPr>
              <a:t>Elevate your comfort with our one-size series of orthopedic products, expertly fashioned from soft, premium neoprene. Designed for all body parts, experience comfort &amp; support throughout your day.</a:t>
            </a:r>
          </a:p>
        </p:txBody>
      </p:sp>
      <p:sp>
        <p:nvSpPr>
          <p:cNvPr id="25" name="TextBox 25"/>
          <p:cNvSpPr txBox="1"/>
          <p:nvPr/>
        </p:nvSpPr>
        <p:spPr>
          <a:xfrm>
            <a:off x="5007168" y="4485588"/>
            <a:ext cx="2607900" cy="1147476"/>
          </a:xfrm>
          <a:prstGeom prst="rect">
            <a:avLst/>
          </a:prstGeom>
          <a:noFill/>
          <a:ln>
            <a:noFill/>
          </a:ln>
        </p:spPr>
        <p:txBody>
          <a:bodyPr wrap="square" lIns="0" tIns="0" rIns="0" bIns="0" anchor="t" rtlCol="0">
            <a:noAutofit/>
          </a:bodyPr>
          <a:lstStyle/>
          <a:p>
            <a:pPr algn="ctr" rtl="0" indent="0" marL="0">
              <a:buNone/>
            </a:pPr>
            <a:r>
              <a:rPr lang="en-US" sz="4000" b="1" i="0" spc="0" dirty="0">
                <a:solidFill>
                  <a:srgbClr val="FFFFFF"/>
                </a:solidFill>
                <a:latin typeface="Arial"/>
              </a:rPr>
              <a:t>+8</a:t>
            </a:r>
          </a:p>
          <a:p>
            <a:pPr algn="ctr" rtl="0" indent="0" marL="0">
              <a:spcBef>
                <a:spcPts val="600"/>
              </a:spcBef>
              <a:buNone/>
            </a:pPr>
            <a:r>
              <a:rPr lang="en-US" sz="2000" b="1" i="0" spc="0" dirty="0">
                <a:solidFill>
                  <a:srgbClr val="FFFFFF"/>
                </a:solidFill>
                <a:latin typeface="Arial"/>
              </a:rPr>
              <a:t>PRODUCTS</a:t>
            </a:r>
          </a:p>
        </p:txBody>
      </p:sp>
      <p:pic>
        <p:nvPicPr>
          <p:cNvPr id="26"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lumbo"/>
          <p:cNvPicPr>
            <a:picLocks noChangeAspect="1"/>
          </p:cNvPicPr>
          <p:nvPr/>
        </p:nvPicPr>
        <p:blipFill>
          <a:blip r:embed="rIdLumbo"/>
          <a:stretch>
            <a:fillRect/>
          </a:stretch>
        </p:blipFill>
        <p:spPr>
          <a:xfrm>
            <a:off x="286869" y="1533445"/>
            <a:ext cx="2227147" cy="1675601"/>
          </a:xfrm>
          <a:prstGeom prst="rect">
            <a:avLst/>
          </a:prstGeom>
        </p:spPr>
      </p:pic>
      <p:sp>
        <p:nvSpPr>
          <p:cNvPr id="12" name="TextBox 12"/>
          <p:cNvSpPr txBox="1"/>
          <p:nvPr/>
        </p:nvSpPr>
        <p:spPr>
          <a:xfrm>
            <a:off x="286869"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LUMBO BELT</a:t>
            </a:r>
          </a:p>
        </p:txBody>
      </p:sp>
      <p:pic>
        <p:nvPicPr>
          <p:cNvPr id="13" name="Product tennis"/>
          <p:cNvPicPr>
            <a:picLocks noChangeAspect="1"/>
          </p:cNvPicPr>
          <p:nvPr/>
        </p:nvPicPr>
        <p:blipFill>
          <a:blip r:embed="rIdTennis"/>
          <a:stretch>
            <a:fillRect/>
          </a:stretch>
        </p:blipFill>
        <p:spPr>
          <a:xfrm>
            <a:off x="2743511" y="1533445"/>
            <a:ext cx="2227147" cy="1675601"/>
          </a:xfrm>
          <a:prstGeom prst="rect">
            <a:avLst/>
          </a:prstGeom>
        </p:spPr>
      </p:pic>
      <p:sp>
        <p:nvSpPr>
          <p:cNvPr id="14" name="TextBox 14"/>
          <p:cNvSpPr txBox="1"/>
          <p:nvPr/>
        </p:nvSpPr>
        <p:spPr>
          <a:xfrm>
            <a:off x="2743511"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TENNIS BANDAGE</a:t>
            </a:r>
          </a:p>
        </p:txBody>
      </p:sp>
      <p:pic>
        <p:nvPicPr>
          <p:cNvPr id="15" name="Product elbow"/>
          <p:cNvPicPr>
            <a:picLocks noChangeAspect="1"/>
          </p:cNvPicPr>
          <p:nvPr/>
        </p:nvPicPr>
        <p:blipFill>
          <a:blip r:embed="rIdElbow"/>
          <a:stretch>
            <a:fillRect/>
          </a:stretch>
        </p:blipFill>
        <p:spPr>
          <a:xfrm>
            <a:off x="5184505" y="1533445"/>
            <a:ext cx="2227147" cy="1687646"/>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UNIVERSAL ELBOW BANDAGE</a:t>
            </a:r>
          </a:p>
        </p:txBody>
      </p:sp>
      <p:pic>
        <p:nvPicPr>
          <p:cNvPr id="17" name="Product posture"/>
          <p:cNvPicPr>
            <a:picLocks noChangeAspect="1"/>
          </p:cNvPicPr>
          <p:nvPr/>
        </p:nvPicPr>
        <p:blipFill>
          <a:blip r:embed="rIdPosture"/>
          <a:stretch>
            <a:fillRect/>
          </a:stretch>
        </p:blipFill>
        <p:spPr>
          <a:xfrm>
            <a:off x="286869" y="4240445"/>
            <a:ext cx="2227147" cy="1680941"/>
          </a:xfrm>
          <a:prstGeom prst="rect">
            <a:avLst/>
          </a:prstGeom>
        </p:spPr>
      </p:pic>
      <p:sp>
        <p:nvSpPr>
          <p:cNvPr id="18" name="TextBox 18"/>
          <p:cNvSpPr txBox="1"/>
          <p:nvPr/>
        </p:nvSpPr>
        <p:spPr>
          <a:xfrm>
            <a:off x="286869"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POSTURE CORRECTOR</a:t>
            </a:r>
          </a:p>
        </p:txBody>
      </p:sp>
      <p:pic>
        <p:nvPicPr>
          <p:cNvPr id="19" name="Product ankle"/>
          <p:cNvPicPr>
            <a:picLocks noChangeAspect="1"/>
          </p:cNvPicPr>
          <p:nvPr/>
        </p:nvPicPr>
        <p:blipFill>
          <a:blip r:embed="rIdAnkleAc"/>
          <a:stretch>
            <a:fillRect/>
          </a:stretch>
        </p:blipFill>
        <p:spPr>
          <a:xfrm>
            <a:off x="2743511" y="4240445"/>
            <a:ext cx="2227147" cy="1685087"/>
          </a:xfrm>
          <a:prstGeom prst="rect">
            <a:avLst/>
          </a:prstGeom>
        </p:spPr>
      </p:pic>
      <p:sp>
        <p:nvSpPr>
          <p:cNvPr id="20" name="TextBox 20"/>
          <p:cNvSpPr txBox="1"/>
          <p:nvPr/>
        </p:nvSpPr>
        <p:spPr>
          <a:xfrm>
            <a:off x="2743511"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ANKLE BANDAGE</a:t>
            </a:r>
          </a:p>
        </p:txBody>
      </p:sp>
      <p:sp>
        <p:nvSpPr>
          <p:cNvPr id="21" name="TextBox 21"/>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1E2761"/>
                </a:solidFill>
                <a:latin typeface="Arial"/>
              </a:rPr>
              <a:t>ORTHOPEDIC SUPPORT</a:t>
            </a:r>
          </a:p>
        </p:txBody>
      </p:sp>
      <p:sp>
        <p:nvSpPr>
          <p:cNvPr id="22" name="Frame"/>
          <p:cNvSpPr/>
          <p:nvPr/>
        </p:nvSpPr>
        <p:spPr>
          <a:xfrm>
            <a:off x="7667226" y="1199634"/>
            <a:ext cx="3859692" cy="4746378"/>
          </a:xfrm>
          <a:prstGeom prst="snip1Rect">
            <a:avLst>
              <a:gd name="adj" fmla="val 4663"/>
            </a:avLst>
          </a:prstGeom>
          <a:noFill/>
          <a:ln w="25400">
            <a:solidFill>
              <a:srgbClr val="1E2761"/>
            </a:solidFill>
          </a:ln>
        </p:spPr>
      </p:sp>
      <p:sp>
        <p:nvSpPr>
          <p:cNvPr id="23" name="TextBox 23"/>
          <p:cNvSpPr txBox="1"/>
          <p:nvPr/>
        </p:nvSpPr>
        <p:spPr>
          <a:xfrm>
            <a:off x="7928016" y="2190636"/>
            <a:ext cx="3442428" cy="78237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1E2761"/>
                </a:solidFill>
                <a:latin typeface="Arial"/>
              </a:rPr>
              <a:t>AC-ACTIVE SERIES</a:t>
            </a:r>
          </a:p>
        </p:txBody>
      </p:sp>
      <p:sp>
        <p:nvSpPr>
          <p:cNvPr id="24" name="TextBox 24"/>
          <p:cNvSpPr txBox="1"/>
          <p:nvPr/>
        </p:nvSpPr>
        <p:spPr>
          <a:xfrm>
            <a:off x="7928016" y="3025164"/>
            <a:ext cx="3442428" cy="2086320"/>
          </a:xfrm>
          <a:prstGeom prst="rect">
            <a:avLst/>
          </a:prstGeom>
          <a:noFill/>
          <a:ln>
            <a:noFill/>
          </a:ln>
        </p:spPr>
        <p:txBody>
          <a:bodyPr wrap="square" lIns="0" tIns="0" rIns="0" bIns="0" anchor="t" rtlCol="0">
            <a:noAutofit/>
          </a:bodyPr>
          <a:lstStyle/>
          <a:p>
            <a:pPr algn="just" rtl="0" indent="0" marL="0">
              <a:buNone/>
            </a:pPr>
            <a:r>
              <a:rPr lang="en-US" sz="1400" b="0" i="0" spc="0" dirty="0">
                <a:solidFill>
                  <a:srgbClr val="1E2761"/>
                </a:solidFill>
                <a:latin typeface="Calibri"/>
              </a:rPr>
              <a:t>Crafted with care, our one-size orthopedic series combines breathable mesh and neoprene for unparalleled comfort in every movement, tailored to meet all your needs.</a:t>
            </a:r>
          </a:p>
        </p:txBody>
      </p:sp>
      <p:sp>
        <p:nvSpPr>
          <p:cNvPr id="25" name="TextBox 25"/>
          <p:cNvSpPr txBox="1"/>
          <p:nvPr/>
        </p:nvSpPr>
        <p:spPr>
          <a:xfrm>
            <a:off x="5007168" y="4485588"/>
            <a:ext cx="2607900" cy="1147476"/>
          </a:xfrm>
          <a:prstGeom prst="rect">
            <a:avLst/>
          </a:prstGeom>
          <a:noFill/>
          <a:ln>
            <a:noFill/>
          </a:ln>
        </p:spPr>
        <p:txBody>
          <a:bodyPr wrap="square" lIns="0" tIns="0" rIns="0" bIns="0" anchor="t" rtlCol="0">
            <a:noAutofit/>
          </a:bodyPr>
          <a:lstStyle/>
          <a:p>
            <a:pPr algn="ctr" rtl="0" indent="0" marL="0">
              <a:buNone/>
            </a:pPr>
            <a:r>
              <a:rPr lang="en-US" sz="4000" b="1" i="0" spc="0" dirty="0">
                <a:solidFill>
                  <a:srgbClr val="1E2761"/>
                </a:solidFill>
                <a:latin typeface="Arial"/>
              </a:rPr>
              <a:t>+7</a:t>
            </a:r>
          </a:p>
          <a:p>
            <a:pPr algn="ctr" rtl="0" indent="0" marL="0">
              <a:spcBef>
                <a:spcPts val="600"/>
              </a:spcBef>
              <a:buNone/>
            </a:pPr>
            <a:r>
              <a:rPr lang="en-US" sz="2000" b="1" i="0" spc="0" dirty="0">
                <a:solidFill>
                  <a:srgbClr val="1E2761"/>
                </a:solidFill>
                <a:latin typeface="Arial"/>
              </a:rPr>
              <a:t>PRODUCTS</a:t>
            </a:r>
          </a:p>
        </p:txBody>
      </p:sp>
      <p:pic>
        <p:nvPicPr>
          <p:cNvPr id="26"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lumbo"/>
          <p:cNvPicPr>
            <a:picLocks noChangeAspect="1"/>
          </p:cNvPicPr>
          <p:nvPr/>
        </p:nvPicPr>
        <p:blipFill>
          <a:blip r:embed="rIdLumbo"/>
          <a:stretch>
            <a:fillRect/>
          </a:stretch>
        </p:blipFill>
        <p:spPr>
          <a:xfrm>
            <a:off x="286869" y="1533445"/>
            <a:ext cx="2227147" cy="1675601"/>
          </a:xfrm>
          <a:prstGeom prst="rect">
            <a:avLst/>
          </a:prstGeom>
        </p:spPr>
      </p:pic>
      <p:sp>
        <p:nvSpPr>
          <p:cNvPr id="12" name="TextBox 12"/>
          <p:cNvSpPr txBox="1"/>
          <p:nvPr/>
        </p:nvSpPr>
        <p:spPr>
          <a:xfrm>
            <a:off x="286869"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CRISS CROSS BELT</a:t>
            </a:r>
          </a:p>
        </p:txBody>
      </p:sp>
      <p:pic>
        <p:nvPicPr>
          <p:cNvPr id="13" name="Product tennis"/>
          <p:cNvPicPr>
            <a:picLocks noChangeAspect="1"/>
          </p:cNvPicPr>
          <p:nvPr/>
        </p:nvPicPr>
        <p:blipFill>
          <a:blip r:embed="rIdTennis"/>
          <a:stretch>
            <a:fillRect/>
          </a:stretch>
        </p:blipFill>
        <p:spPr>
          <a:xfrm>
            <a:off x="2743511" y="1533445"/>
            <a:ext cx="2227147" cy="1675601"/>
          </a:xfrm>
          <a:prstGeom prst="rect">
            <a:avLst/>
          </a:prstGeom>
        </p:spPr>
      </p:pic>
      <p:sp>
        <p:nvSpPr>
          <p:cNvPr id="14" name="TextBox 14"/>
          <p:cNvSpPr txBox="1"/>
          <p:nvPr/>
        </p:nvSpPr>
        <p:spPr>
          <a:xfrm>
            <a:off x="2743511"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TENNIS BANDAGE</a:t>
            </a:r>
          </a:p>
        </p:txBody>
      </p:sp>
      <p:pic>
        <p:nvPicPr>
          <p:cNvPr id="15" name="Product elbow"/>
          <p:cNvPicPr>
            <a:picLocks noChangeAspect="1"/>
          </p:cNvPicPr>
          <p:nvPr/>
        </p:nvPicPr>
        <p:blipFill>
          <a:blip r:embed="rIdElbow"/>
          <a:stretch>
            <a:fillRect/>
          </a:stretch>
        </p:blipFill>
        <p:spPr>
          <a:xfrm>
            <a:off x="5184505" y="1533445"/>
            <a:ext cx="2227147" cy="1687646"/>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WRIST BANDAGE</a:t>
            </a:r>
          </a:p>
        </p:txBody>
      </p:sp>
      <p:pic>
        <p:nvPicPr>
          <p:cNvPr id="17" name="Product posture"/>
          <p:cNvPicPr>
            <a:picLocks noChangeAspect="1"/>
          </p:cNvPicPr>
          <p:nvPr/>
        </p:nvPicPr>
        <p:blipFill>
          <a:blip r:embed="rIdPosture"/>
          <a:stretch>
            <a:fillRect/>
          </a:stretch>
        </p:blipFill>
        <p:spPr>
          <a:xfrm>
            <a:off x="286869" y="4240445"/>
            <a:ext cx="2227147" cy="1680941"/>
          </a:xfrm>
          <a:prstGeom prst="rect">
            <a:avLst/>
          </a:prstGeom>
        </p:spPr>
      </p:pic>
      <p:sp>
        <p:nvSpPr>
          <p:cNvPr id="18" name="TextBox 18"/>
          <p:cNvSpPr txBox="1"/>
          <p:nvPr/>
        </p:nvSpPr>
        <p:spPr>
          <a:xfrm>
            <a:off x="286869"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THIGH SUPPORT</a:t>
            </a:r>
          </a:p>
        </p:txBody>
      </p:sp>
      <p:pic>
        <p:nvPicPr>
          <p:cNvPr id="19" name="Product ankle"/>
          <p:cNvPicPr>
            <a:picLocks noChangeAspect="1"/>
          </p:cNvPicPr>
          <p:nvPr/>
        </p:nvPicPr>
        <p:blipFill>
          <a:blip r:embed="rIdAnkleAc"/>
          <a:stretch>
            <a:fillRect/>
          </a:stretch>
        </p:blipFill>
        <p:spPr>
          <a:xfrm>
            <a:off x="2743511" y="4240445"/>
            <a:ext cx="2227147" cy="1685087"/>
          </a:xfrm>
          <a:prstGeom prst="rect">
            <a:avLst/>
          </a:prstGeom>
        </p:spPr>
      </p:pic>
      <p:sp>
        <p:nvSpPr>
          <p:cNvPr id="20" name="TextBox 20"/>
          <p:cNvSpPr txBox="1"/>
          <p:nvPr/>
        </p:nvSpPr>
        <p:spPr>
          <a:xfrm>
            <a:off x="2743511"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1E2761"/>
                </a:solidFill>
                <a:latin typeface="Arial"/>
              </a:rPr>
              <a:t>PATELLA STRAP</a:t>
            </a:r>
          </a:p>
        </p:txBody>
      </p:sp>
      <p:sp>
        <p:nvSpPr>
          <p:cNvPr id="21" name="TextBox 21"/>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1E2761"/>
                </a:solidFill>
                <a:latin typeface="Arial"/>
              </a:rPr>
              <a:t>ORTHOPEDIC SUPPORT</a:t>
            </a:r>
          </a:p>
        </p:txBody>
      </p:sp>
      <p:sp>
        <p:nvSpPr>
          <p:cNvPr id="22" name="Frame"/>
          <p:cNvSpPr/>
          <p:nvPr/>
        </p:nvSpPr>
        <p:spPr>
          <a:xfrm>
            <a:off x="7667226" y="1199634"/>
            <a:ext cx="3859692" cy="4746378"/>
          </a:xfrm>
          <a:prstGeom prst="snip1Rect">
            <a:avLst>
              <a:gd name="adj" fmla="val 4663"/>
            </a:avLst>
          </a:prstGeom>
          <a:solidFill>
            <a:srgbClr val="140D41"/>
          </a:solidFill>
          <a:ln w="25400">
            <a:solidFill>
              <a:srgbClr val="140D41"/>
            </a:solidFill>
          </a:ln>
        </p:spPr>
      </p:sp>
      <p:sp>
        <p:nvSpPr>
          <p:cNvPr id="23" name="TextBox 23"/>
          <p:cNvSpPr txBox="1"/>
          <p:nvPr/>
        </p:nvSpPr>
        <p:spPr>
          <a:xfrm>
            <a:off x="7928016" y="2190636"/>
            <a:ext cx="3442428" cy="78237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FFFFFF"/>
                </a:solidFill>
                <a:latin typeface="Arial"/>
              </a:rPr>
              <a:t>THERMAL SERIES</a:t>
            </a:r>
          </a:p>
        </p:txBody>
      </p:sp>
      <p:sp>
        <p:nvSpPr>
          <p:cNvPr id="24" name="TextBox 24"/>
          <p:cNvSpPr txBox="1"/>
          <p:nvPr/>
        </p:nvSpPr>
        <p:spPr>
          <a:xfrm>
            <a:off x="7928016" y="3025164"/>
            <a:ext cx="3442428" cy="2086320"/>
          </a:xfrm>
          <a:prstGeom prst="rect">
            <a:avLst/>
          </a:prstGeom>
          <a:noFill/>
          <a:ln>
            <a:noFill/>
          </a:ln>
        </p:spPr>
        <p:txBody>
          <a:bodyPr wrap="square" lIns="0" tIns="0" rIns="0" bIns="0" anchor="t" rtlCol="0">
            <a:noAutofit/>
          </a:bodyPr>
          <a:lstStyle/>
          <a:p>
            <a:pPr algn="just" rtl="0" indent="0" marL="0">
              <a:buNone/>
            </a:pPr>
            <a:r>
              <a:rPr lang="en-US" sz="1400" b="0" i="0" spc="0" dirty="0">
                <a:solidFill>
                  <a:srgbClr val="FFFFFF"/>
                </a:solidFill>
                <a:latin typeface="Calibri"/>
              </a:rPr>
              <a:t>Heat retaining neoprene combined with 100% cotton towel lining provides premium comfort support with thermal benefits to promote faster healing.</a:t>
            </a:r>
          </a:p>
        </p:txBody>
      </p:sp>
      <p:sp>
        <p:nvSpPr>
          <p:cNvPr id="25" name="TextBox 25"/>
          <p:cNvSpPr txBox="1"/>
          <p:nvPr/>
        </p:nvSpPr>
        <p:spPr>
          <a:xfrm>
            <a:off x="5007168" y="4485588"/>
            <a:ext cx="2607900" cy="1147476"/>
          </a:xfrm>
          <a:prstGeom prst="rect">
            <a:avLst/>
          </a:prstGeom>
          <a:noFill/>
          <a:ln>
            <a:noFill/>
          </a:ln>
        </p:spPr>
        <p:txBody>
          <a:bodyPr wrap="square" lIns="0" tIns="0" rIns="0" bIns="0" anchor="t" rtlCol="0">
            <a:noAutofit/>
          </a:bodyPr>
          <a:lstStyle/>
          <a:p>
            <a:pPr algn="ctr" rtl="0" indent="0" marL="0">
              <a:buNone/>
            </a:pPr>
            <a:r>
              <a:rPr lang="en-US" sz="4000" b="1" i="0" spc="0" dirty="0">
                <a:solidFill>
                  <a:srgbClr val="1E2761"/>
                </a:solidFill>
                <a:latin typeface="Arial"/>
              </a:rPr>
              <a:t>+35</a:t>
            </a:r>
          </a:p>
          <a:p>
            <a:pPr algn="ctr" rtl="0" indent="0" marL="0">
              <a:spcBef>
                <a:spcPts val="600"/>
              </a:spcBef>
              <a:buNone/>
            </a:pPr>
            <a:r>
              <a:rPr lang="en-US" sz="2000" b="1" i="0" spc="0" dirty="0">
                <a:solidFill>
                  <a:srgbClr val="1E2761"/>
                </a:solidFill>
                <a:latin typeface="Arial"/>
              </a:rPr>
              <a:t>PRODUCTS</a:t>
            </a:r>
          </a:p>
        </p:txBody>
      </p:sp>
      <p:pic>
        <p:nvPicPr>
          <p:cNvPr id="26"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0D41"/>
        </a:solidFill>
        <a:effectLst/>
      </p:bgPr>
    </p:bg>
    <p:spTree>
      <p:nvGrpSpPr>
        <p:cNvPr id="1" name=""/>
        <p:cNvGrpSpPr/>
        <p:nvPr/>
      </p:nvGrpSpPr>
      <p:grpSpPr>
        <a:xfrm>
          <a:off x="0" y="0"/>
          <a:ext cx="0" cy="0"/>
          <a:chOff x="0" y="0"/>
          <a:chExt cx="0" cy="0"/>
        </a:xfrm>
      </p:grpSpPr>
      <p:pic>
        <p:nvPicPr>
          <p:cNvPr id="11" name="Product"/>
          <p:cNvPicPr>
            <a:picLocks noChangeAspect="1"/>
          </p:cNvPicPr>
          <p:nvPr/>
        </p:nvPicPr>
        <p:blipFill>
          <a:blip r:embed="rIdArmSling"/>
          <a:stretch>
            <a:fillRect/>
          </a:stretch>
        </p:blipFill>
        <p:spPr>
          <a:xfrm>
            <a:off x="286869" y="1533445"/>
            <a:ext cx="2227147" cy="1679488"/>
          </a:xfrm>
          <a:prstGeom prst="rect">
            <a:avLst/>
          </a:prstGeom>
        </p:spPr>
      </p:pic>
      <p:sp>
        <p:nvSpPr>
          <p:cNvPr id="12" name="TextBox 12"/>
          <p:cNvSpPr txBox="1"/>
          <p:nvPr/>
        </p:nvSpPr>
        <p:spPr>
          <a:xfrm>
            <a:off x="286869"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 xml:space="preserve">ARM SLING POUCH</a:t>
            </a:r>
          </a:p>
        </p:txBody>
      </p:sp>
      <p:pic>
        <p:nvPicPr>
          <p:cNvPr id="13" name="Product"/>
          <p:cNvPicPr>
            <a:picLocks noChangeAspect="1"/>
          </p:cNvPicPr>
          <p:nvPr/>
        </p:nvPicPr>
        <p:blipFill>
          <a:blip r:embed="rIdSternumBelt"/>
          <a:stretch>
            <a:fillRect/>
          </a:stretch>
        </p:blipFill>
        <p:spPr>
          <a:xfrm>
            <a:off x="2743511" y="1533445"/>
            <a:ext cx="2227147" cy="1679488"/>
          </a:xfrm>
          <a:prstGeom prst="rect">
            <a:avLst/>
          </a:prstGeom>
        </p:spPr>
      </p:pic>
      <p:sp>
        <p:nvSpPr>
          <p:cNvPr id="14" name="TextBox 14"/>
          <p:cNvSpPr txBox="1"/>
          <p:nvPr/>
        </p:nvSpPr>
        <p:spPr>
          <a:xfrm>
            <a:off x="2743511"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400" b="1" i="0" spc="0" dirty="0">
                <a:solidFill>
                  <a:srgbClr val="FFFFFF"/>
                </a:solidFill>
                <a:latin typeface="Arial"/>
              </a:rPr>
              <a:t xml:space="preserve">POST SURGICAL STERNUM BELT</a:t>
            </a:r>
          </a:p>
        </p:txBody>
      </p:sp>
      <p:pic>
        <p:nvPicPr>
          <p:cNvPr id="15" name="Product"/>
          <p:cNvPicPr>
            <a:picLocks noChangeAspect="1"/>
          </p:cNvPicPr>
          <p:nvPr/>
        </p:nvPicPr>
        <p:blipFill>
          <a:blip r:embed="rIdPostSurgBelt"/>
          <a:stretch>
            <a:fillRect/>
          </a:stretch>
        </p:blipFill>
        <p:spPr>
          <a:xfrm>
            <a:off x="5184505" y="1533445"/>
            <a:ext cx="2227147" cy="1679488"/>
          </a:xfrm>
          <a:prstGeom prst="rect">
            <a:avLst/>
          </a:prstGeom>
        </p:spPr>
      </p:pic>
      <p:sp>
        <p:nvSpPr>
          <p:cNvPr id="16" name="TextBox 16"/>
          <p:cNvSpPr txBox="1"/>
          <p:nvPr/>
        </p:nvSpPr>
        <p:spPr>
          <a:xfrm>
            <a:off x="5184505" y="3285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 xml:space="preserve">POST SURGICAL BELT</a:t>
            </a:r>
          </a:p>
        </p:txBody>
      </p:sp>
      <p:pic>
        <p:nvPicPr>
          <p:cNvPr id="17" name="Product"/>
          <p:cNvPicPr>
            <a:picLocks noChangeAspect="1"/>
          </p:cNvPicPr>
          <p:nvPr/>
        </p:nvPicPr>
        <p:blipFill>
          <a:blip r:embed="rIdArmShoulder"/>
          <a:stretch>
            <a:fillRect/>
          </a:stretch>
        </p:blipFill>
        <p:spPr>
          <a:xfrm>
            <a:off x="286869" y="4240445"/>
            <a:ext cx="2227147" cy="1679488"/>
          </a:xfrm>
          <a:prstGeom prst="rect">
            <a:avLst/>
          </a:prstGeom>
        </p:spPr>
      </p:pic>
      <p:sp>
        <p:nvSpPr>
          <p:cNvPr id="18" name="TextBox 18"/>
          <p:cNvSpPr txBox="1"/>
          <p:nvPr/>
        </p:nvSpPr>
        <p:spPr>
          <a:xfrm>
            <a:off x="286869"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FFFFFF"/>
                </a:solidFill>
                <a:latin typeface="Arial"/>
              </a:rPr>
              <a:t xml:space="preserve">ARM &amp; SHOULDER IMMOBILIZER</a:t>
            </a:r>
          </a:p>
        </p:txBody>
      </p:sp>
      <p:pic>
        <p:nvPicPr>
          <p:cNvPr id="19" name="Product"/>
          <p:cNvPicPr>
            <a:picLocks noChangeAspect="1"/>
          </p:cNvPicPr>
          <p:nvPr/>
        </p:nvPicPr>
        <p:blipFill>
          <a:blip r:embed="rIdCervicalCollar"/>
          <a:stretch>
            <a:fillRect/>
          </a:stretch>
        </p:blipFill>
        <p:spPr>
          <a:xfrm>
            <a:off x="2743511" y="4240445"/>
            <a:ext cx="2227147" cy="1679488"/>
          </a:xfrm>
          <a:prstGeom prst="rect">
            <a:avLst/>
          </a:prstGeom>
        </p:spPr>
      </p:pic>
      <p:sp>
        <p:nvSpPr>
          <p:cNvPr id="20" name="TextBox 20"/>
          <p:cNvSpPr txBox="1"/>
          <p:nvPr/>
        </p:nvSpPr>
        <p:spPr>
          <a:xfrm>
            <a:off x="2743511" y="5992954"/>
            <a:ext cx="2227147" cy="312948"/>
          </a:xfrm>
          <a:prstGeom prst="rect">
            <a:avLst/>
          </a:prstGeom>
          <a:noFill/>
          <a:ln>
            <a:noFill/>
          </a:ln>
        </p:spPr>
        <p:txBody>
          <a:bodyPr wrap="square" lIns="0" tIns="0" rIns="0" bIns="0" anchor="t" rtlCol="0">
            <a:noAutofit/>
          </a:bodyPr>
          <a:lstStyle/>
          <a:p>
            <a:pPr algn="l" rtl="0" indent="0" marL="0">
              <a:buNone/>
            </a:pPr>
            <a:r>
              <a:rPr lang="en-US" sz="1400" b="1" i="0" spc="0" dirty="0">
                <a:solidFill>
                  <a:srgbClr val="FFFFFF"/>
                </a:solidFill>
                <a:latin typeface="Arial"/>
              </a:rPr>
              <a:t xml:space="preserve">SOFT CERVICAL COLLAR</a:t>
            </a:r>
          </a:p>
        </p:txBody>
      </p:sp>
      <p:sp>
        <p:nvSpPr>
          <p:cNvPr id="21" name="TextBox 21"/>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FFD500"/>
                </a:solidFill>
                <a:latin typeface="Arial"/>
              </a:rPr>
              <a:t xml:space="preserve">ORTHOPEDIC SUPPORT</a:t>
            </a:r>
          </a:p>
        </p:txBody>
      </p:sp>
      <p:sp>
        <p:nvSpPr>
          <p:cNvPr id="22" name="Frame"/>
          <p:cNvSpPr/>
          <p:nvPr/>
        </p:nvSpPr>
        <p:spPr>
          <a:xfrm>
            <a:off x="7667226" y="1199634"/>
            <a:ext cx="3859692" cy="4746378"/>
          </a:xfrm>
          <a:prstGeom prst="snip1Rect">
            <a:avLst>
              <a:gd name="adj" fmla="val 4663"/>
            </a:avLst>
          </a:prstGeom>
          <a:noFill/>
          <a:ln w="25400">
            <a:solidFill>
              <a:srgbClr val="FFD500"/>
            </a:solidFill>
          </a:ln>
        </p:spPr>
      </p:sp>
      <p:sp>
        <p:nvSpPr>
          <p:cNvPr id="23" name="TextBox 23"/>
          <p:cNvSpPr txBox="1"/>
          <p:nvPr/>
        </p:nvSpPr>
        <p:spPr>
          <a:xfrm>
            <a:off x="7928016" y="2190636"/>
            <a:ext cx="3442428" cy="78237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FFFFFF"/>
                </a:solidFill>
                <a:latin typeface="Arial"/>
              </a:rPr>
              <a:t xml:space="preserve">POST SURGERY &amp; SUPPORT</a:t>
            </a:r>
          </a:p>
        </p:txBody>
      </p:sp>
      <p:sp>
        <p:nvSpPr>
          <p:cNvPr id="24" name="TextBox 24"/>
          <p:cNvSpPr txBox="1"/>
          <p:nvPr/>
        </p:nvSpPr>
        <p:spPr>
          <a:xfrm>
            <a:off x="7928016" y="3025164"/>
            <a:ext cx="3442428" cy="2086320"/>
          </a:xfrm>
          <a:prstGeom prst="rect">
            <a:avLst/>
          </a:prstGeom>
          <a:noFill/>
          <a:ln>
            <a:noFill/>
          </a:ln>
        </p:spPr>
        <p:txBody>
          <a:bodyPr wrap="square" lIns="0" tIns="0" rIns="0" bIns="0" anchor="t" rtlCol="0">
            <a:noAutofit/>
          </a:bodyPr>
          <a:lstStyle/>
          <a:p>
            <a:pPr algn="just" rtl="0" indent="0" marL="0">
              <a:buNone/>
            </a:pPr>
            <a:r>
              <a:rPr lang="en-US" sz="1400" b="0" i="0" spc="0" dirty="0">
                <a:solidFill>
                  <a:srgbClr val="FFFFFF"/>
                </a:solidFill>
                <a:latin typeface="Calibri"/>
              </a:rPr>
              <a:t xml:space="preserve">From neck to ankle, find all-in-one support in our Post Surgery &amp; Support collection. With tailored belts, braces, and splints, we're here for your complete recovery journey.</a:t>
            </a:r>
          </a:p>
        </p:txBody>
      </p:sp>
      <p:sp>
        <p:nvSpPr>
          <p:cNvPr id="25" name="TextBox 25"/>
          <p:cNvSpPr txBox="1"/>
          <p:nvPr/>
        </p:nvSpPr>
        <p:spPr>
          <a:xfrm>
            <a:off x="5007168" y="4485588"/>
            <a:ext cx="2607900" cy="1147476"/>
          </a:xfrm>
          <a:prstGeom prst="rect">
            <a:avLst/>
          </a:prstGeom>
          <a:noFill/>
          <a:ln>
            <a:noFill/>
          </a:ln>
        </p:spPr>
        <p:txBody>
          <a:bodyPr wrap="square" lIns="0" tIns="0" rIns="0" bIns="0" anchor="t" rtlCol="0">
            <a:noAutofit/>
          </a:bodyPr>
          <a:lstStyle/>
          <a:p>
            <a:pPr algn="ctr" rtl="0" indent="0" marL="0">
              <a:buNone/>
            </a:pPr>
            <a:r>
              <a:rPr lang="en-US" sz="4000" b="1" i="0" spc="0" dirty="0">
                <a:solidFill>
                  <a:srgbClr val="FFFFFF"/>
                </a:solidFill>
                <a:latin typeface="Arial"/>
              </a:rPr>
              <a:t xml:space="preserve">+100</a:t>
            </a:r>
          </a:p>
          <a:p>
            <a:pPr algn="ctr" rtl="0" indent="0" marL="0">
              <a:spcBef>
                <a:spcPts val="600"/>
              </a:spcBef>
              <a:buNone/>
            </a:pPr>
            <a:r>
              <a:rPr lang="en-US" sz="2000" b="1" i="0" spc="0" dirty="0">
                <a:solidFill>
                  <a:srgbClr val="FFFFFF"/>
                </a:solidFill>
                <a:latin typeface="Arial"/>
              </a:rPr>
              <a:t xml:space="preserve">PRODUCTS</a:t>
            </a:r>
          </a:p>
        </p:txBody>
      </p:sp>
      <p:pic>
        <p:nvPicPr>
          <p:cNvPr id="26"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p:cNvPicPr>
            <a:picLocks noChangeAspect="1"/>
          </p:cNvPicPr>
          <p:nvPr/>
        </p:nvPicPr>
        <p:blipFill>
          <a:blip r:embed="rIdWristComp"/>
          <a:stretch>
            <a:fillRect/>
          </a:stretch>
        </p:blipFill>
        <p:spPr>
          <a:xfrm>
            <a:off x="286869" y="1533445"/>
            <a:ext cx="2227147" cy="1679488"/>
          </a:xfrm>
          <a:prstGeom prst="rect">
            <a:avLst/>
          </a:prstGeom>
        </p:spPr>
      </p:pic>
      <p:sp>
        <p:nvSpPr>
          <p:cNvPr id="12" name="TextBox 12"/>
          <p:cNvSpPr txBox="1"/>
          <p:nvPr/>
        </p:nvSpPr>
        <p:spPr>
          <a:xfrm>
            <a:off x="286869"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400" b="1" i="0" spc="0" dirty="0">
                <a:solidFill>
                  <a:srgbClr val="1E2761"/>
                </a:solidFill>
                <a:latin typeface="Arial"/>
              </a:rPr>
              <a:t xml:space="preserve">WRIST COMPRESSION SLEEVE</a:t>
            </a:r>
          </a:p>
        </p:txBody>
      </p:sp>
      <p:pic>
        <p:nvPicPr>
          <p:cNvPr id="13" name="Product"/>
          <p:cNvPicPr>
            <a:picLocks noChangeAspect="1"/>
          </p:cNvPicPr>
          <p:nvPr/>
        </p:nvPicPr>
        <p:blipFill>
          <a:blip r:embed="rIdElbowComp"/>
          <a:stretch>
            <a:fillRect/>
          </a:stretch>
        </p:blipFill>
        <p:spPr>
          <a:xfrm>
            <a:off x="2743511" y="1533445"/>
            <a:ext cx="2227147" cy="1679488"/>
          </a:xfrm>
          <a:prstGeom prst="rect">
            <a:avLst/>
          </a:prstGeom>
        </p:spPr>
      </p:pic>
      <p:sp>
        <p:nvSpPr>
          <p:cNvPr id="14" name="TextBox 14"/>
          <p:cNvSpPr txBox="1"/>
          <p:nvPr/>
        </p:nvSpPr>
        <p:spPr>
          <a:xfrm>
            <a:off x="2743511"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400" b="1" i="0" spc="0" dirty="0">
                <a:solidFill>
                  <a:srgbClr val="1E2761"/>
                </a:solidFill>
                <a:latin typeface="Arial"/>
              </a:rPr>
              <a:t xml:space="preserve">ELBOW COMPRESSION SLEEVE</a:t>
            </a:r>
          </a:p>
        </p:txBody>
      </p:sp>
      <p:pic>
        <p:nvPicPr>
          <p:cNvPr id="15" name="Product"/>
          <p:cNvPicPr>
            <a:picLocks noChangeAspect="1"/>
          </p:cNvPicPr>
          <p:nvPr/>
        </p:nvPicPr>
        <p:blipFill>
          <a:blip r:embed="rIdAnkleComp"/>
          <a:stretch>
            <a:fillRect/>
          </a:stretch>
        </p:blipFill>
        <p:spPr>
          <a:xfrm>
            <a:off x="5184505" y="1533445"/>
            <a:ext cx="2227147" cy="1679488"/>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400" b="1" i="0" spc="0" dirty="0">
                <a:solidFill>
                  <a:srgbClr val="1E2761"/>
                </a:solidFill>
                <a:latin typeface="Arial"/>
              </a:rPr>
              <a:t xml:space="preserve">ANKLE COMPRESSION SLEEVE R/L</a:t>
            </a:r>
          </a:p>
        </p:txBody>
      </p:sp>
      <p:pic>
        <p:nvPicPr>
          <p:cNvPr id="17" name="Product"/>
          <p:cNvPicPr>
            <a:picLocks noChangeAspect="1"/>
          </p:cNvPicPr>
          <p:nvPr/>
        </p:nvPicPr>
        <p:blipFill>
          <a:blip r:embed="rIdKneeComp"/>
          <a:stretch>
            <a:fillRect/>
          </a:stretch>
        </p:blipFill>
        <p:spPr>
          <a:xfrm>
            <a:off x="286869" y="4240445"/>
            <a:ext cx="2227147" cy="1679488"/>
          </a:xfrm>
          <a:prstGeom prst="rect">
            <a:avLst/>
          </a:prstGeom>
        </p:spPr>
      </p:pic>
      <p:sp>
        <p:nvSpPr>
          <p:cNvPr id="18" name="TextBox 18"/>
          <p:cNvSpPr txBox="1"/>
          <p:nvPr/>
        </p:nvSpPr>
        <p:spPr>
          <a:xfrm>
            <a:off x="286869"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KNEE COMPRESSION SLEEVE</a:t>
            </a:r>
          </a:p>
        </p:txBody>
      </p:sp>
      <p:pic>
        <p:nvPicPr>
          <p:cNvPr id="19" name="Product"/>
          <p:cNvPicPr>
            <a:picLocks noChangeAspect="1"/>
          </p:cNvPicPr>
          <p:nvPr/>
        </p:nvPicPr>
        <p:blipFill>
          <a:blip r:embed="rIdShinComp"/>
          <a:stretch>
            <a:fillRect/>
          </a:stretch>
        </p:blipFill>
        <p:spPr>
          <a:xfrm>
            <a:off x="2743511" y="4240445"/>
            <a:ext cx="2227147" cy="1679488"/>
          </a:xfrm>
          <a:prstGeom prst="rect">
            <a:avLst/>
          </a:prstGeom>
        </p:spPr>
      </p:pic>
      <p:sp>
        <p:nvSpPr>
          <p:cNvPr id="20" name="TextBox 20"/>
          <p:cNvSpPr txBox="1"/>
          <p:nvPr/>
        </p:nvSpPr>
        <p:spPr>
          <a:xfrm>
            <a:off x="2743511"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SHIN COMPRESSION SLEEVE</a:t>
            </a:r>
          </a:p>
        </p:txBody>
      </p:sp>
      <p:sp>
        <p:nvSpPr>
          <p:cNvPr id="21" name="TextBox 21"/>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1E2761"/>
                </a:solidFill>
                <a:latin typeface="Arial"/>
              </a:rPr>
              <a:t xml:space="preserve">SPORT CATEGORY</a:t>
            </a:r>
          </a:p>
        </p:txBody>
      </p:sp>
      <p:sp>
        <p:nvSpPr>
          <p:cNvPr id="22" name="Frame"/>
          <p:cNvSpPr/>
          <p:nvPr/>
        </p:nvSpPr>
        <p:spPr>
          <a:xfrm>
            <a:off x="7667226" y="1199634"/>
            <a:ext cx="3859692" cy="4746378"/>
          </a:xfrm>
          <a:prstGeom prst="snip1Rect">
            <a:avLst>
              <a:gd name="adj" fmla="val 4663"/>
            </a:avLst>
          </a:prstGeom>
          <a:noFill/>
          <a:ln w="25400">
            <a:solidFill>
              <a:srgbClr val="1E2761"/>
            </a:solidFill>
          </a:ln>
        </p:spPr>
      </p:sp>
      <p:sp>
        <p:nvSpPr>
          <p:cNvPr id="23" name="TextBox 23"/>
          <p:cNvSpPr txBox="1"/>
          <p:nvPr/>
        </p:nvSpPr>
        <p:spPr>
          <a:xfrm>
            <a:off x="7928016" y="2190636"/>
            <a:ext cx="3442428" cy="50000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1E2761"/>
                </a:solidFill>
                <a:latin typeface="Arial"/>
              </a:rPr>
              <a:t xml:space="preserve">THE SPORT SERIES</a:t>
            </a:r>
          </a:p>
        </p:txBody>
      </p:sp>
      <p:sp>
        <p:nvSpPr>
          <p:cNvPr id="24" name="TextBox 24"/>
          <p:cNvSpPr txBox="1"/>
          <p:nvPr/>
        </p:nvSpPr>
        <p:spPr>
          <a:xfrm>
            <a:off x="7928016" y="2750636"/>
            <a:ext cx="3442428" cy="650000"/>
          </a:xfrm>
          <a:prstGeom prst="rect">
            <a:avLst/>
          </a:prstGeom>
          <a:noFill/>
          <a:ln>
            <a:noFill/>
          </a:ln>
        </p:spPr>
        <p:txBody>
          <a:bodyPr wrap="square" lIns="0" tIns="0" rIns="0" bIns="0" anchor="t" rtlCol="0">
            <a:noAutofit/>
          </a:bodyPr>
          <a:lstStyle/>
          <a:p>
            <a:pPr algn="l" rtl="0" indent="0" marL="0">
              <a:buNone/>
            </a:pPr>
            <a:r>
              <a:rPr lang="en-US" sz="1600" b="1" i="0" spc="0" dirty="0">
                <a:solidFill>
                  <a:srgbClr val="1E2761"/>
                </a:solidFill>
                <a:latin typeface="Arial"/>
              </a:rPr>
              <a:t xml:space="preserve">Reach Your Athletic Peak with Comfortable Ease</a:t>
            </a:r>
          </a:p>
        </p:txBody>
      </p:sp>
      <p:sp>
        <p:nvSpPr>
          <p:cNvPr id="25" name="Checklist"/>
          <p:cNvSpPr txBox="1"/>
          <p:nvPr/>
        </p:nvSpPr>
        <p:spPr>
          <a:xfrm>
            <a:off x="7928016" y="3490636"/>
            <a:ext cx="3442428" cy="2300000"/>
          </a:xfrm>
          <a:prstGeom prst="rect">
            <a:avLst/>
          </a:prstGeom>
          <a:noFill/>
          <a:ln>
            <a:noFill/>
          </a:ln>
        </p:spPr>
        <p:txBody>
          <a:bodyPr wrap="square" lIns="0" tIns="0" rIns="0" bIns="0" anchor="t" rtlCol="0">
            <a:noAutofit/>
            <a:tabLst>
              <a:tab pos="228600" algn="l"/>
            </a:tabLst>
          </a:bodyPr>
          <a:lstStyle/>
          <a:p>
            <a:pPr algn="l" rtl="0" indent="-228600" marL="228600">
              <a:lnSpc>
                <a:spcPct val="98000"/>
              </a:lnSpc>
              <a:buNone/>
            </a:pPr>
            <a:r>
              <a:rPr lang="en-US" sz="1200" b="1" i="0" dirty="0">
                <a:solidFill>
                  <a:srgbClr val="FFD500"/>
                </a:solidFill>
                <a:latin typeface="Arial"/>
              </a:rPr>
              <a:t>✓	</a:t>
            </a:r>
            <a:r>
              <a:rPr lang="en-US" sz="1200" b="1" i="0" dirty="0">
                <a:solidFill>
                  <a:srgbClr val="1E2761"/>
                </a:solidFill>
                <a:latin typeface="Arial"/>
              </a:rPr>
              <a:t>TRIPLE-LAYERED 3D CUTTING TECHNOLOGY</a:t>
            </a:r>
          </a:p>
          <a:p>
            <a:pPr algn="l" rtl="0" indent="-228600" marL="228600">
              <a:lnSpc>
                <a:spcPct val="98000"/>
              </a:lnSpc>
              <a:spcBef>
                <a:spcPts val="1000"/>
              </a:spcBef>
              <a:buNone/>
            </a:pPr>
            <a:r>
              <a:rPr lang="en-US" sz="1200" b="1" i="0" dirty="0">
                <a:solidFill>
                  <a:srgbClr val="FFD500"/>
                </a:solidFill>
                <a:latin typeface="Arial"/>
              </a:rPr>
              <a:t>✓	</a:t>
            </a:r>
            <a:r>
              <a:rPr lang="en-US" sz="1200" b="1" i="0" dirty="0">
                <a:solidFill>
                  <a:srgbClr val="1E2761"/>
                </a:solidFill>
                <a:latin typeface="Arial"/>
              </a:rPr>
              <a:t>INJECTED SILICONE PROVIDES TARGETED SUPPORT FOR JOINTS AND MUSCLES WHILE REDUCING VIBRATION</a:t>
            </a:r>
          </a:p>
          <a:p>
            <a:pPr algn="l" rtl="0" indent="-228600" marL="228600">
              <a:lnSpc>
                <a:spcPct val="98000"/>
              </a:lnSpc>
              <a:spcBef>
                <a:spcPts val="1000"/>
              </a:spcBef>
              <a:buNone/>
            </a:pPr>
            <a:r>
              <a:rPr lang="en-US" sz="1200" b="1" i="0" dirty="0">
                <a:solidFill>
                  <a:srgbClr val="FFD500"/>
                </a:solidFill>
                <a:latin typeface="Arial"/>
              </a:rPr>
              <a:t>✓	</a:t>
            </a:r>
            <a:r>
              <a:rPr lang="en-US" sz="1200" b="1" i="0" dirty="0">
                <a:solidFill>
                  <a:srgbClr val="1E2761"/>
                </a:solidFill>
                <a:latin typeface="Arial"/>
              </a:rPr>
              <a:t>SPORT-READY LIGHTWEIGHT BREATHABILITY</a:t>
            </a:r>
          </a:p>
          <a:p>
            <a:pPr algn="l" rtl="0" indent="-228600" marL="228600">
              <a:lnSpc>
                <a:spcPct val="98000"/>
              </a:lnSpc>
              <a:spcBef>
                <a:spcPts val="1000"/>
              </a:spcBef>
              <a:buNone/>
            </a:pPr>
            <a:r>
              <a:rPr lang="en-US" sz="1200" b="1" i="0" dirty="0">
                <a:solidFill>
                  <a:srgbClr val="FFD500"/>
                </a:solidFill>
                <a:latin typeface="Arial"/>
              </a:rPr>
              <a:t>✓	</a:t>
            </a:r>
            <a:r>
              <a:rPr lang="en-US" sz="1200" b="1" i="0" dirty="0">
                <a:solidFill>
                  <a:srgbClr val="1E2761"/>
                </a:solidFill>
                <a:latin typeface="Arial"/>
              </a:rPr>
              <a:t>UPF 50+ PROTECTED</a:t>
            </a:r>
          </a:p>
        </p:txBody>
      </p:sp>
      <p:pic>
        <p:nvPicPr>
          <p:cNvPr id="26"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p:cNvPicPr>
            <a:picLocks noChangeAspect="1"/>
          </p:cNvPicPr>
          <p:nvPr/>
        </p:nvPicPr>
        <p:blipFill>
          <a:blip r:embed="rIdKinesio"/>
          <a:stretch>
            <a:fillRect/>
          </a:stretch>
        </p:blipFill>
        <p:spPr>
          <a:xfrm>
            <a:off x="286869" y="1533445"/>
            <a:ext cx="2227147" cy="1679488"/>
          </a:xfrm>
          <a:prstGeom prst="rect">
            <a:avLst/>
          </a:prstGeom>
        </p:spPr>
      </p:pic>
      <p:sp>
        <p:nvSpPr>
          <p:cNvPr id="12" name="TextBox 12"/>
          <p:cNvSpPr txBox="1"/>
          <p:nvPr/>
        </p:nvSpPr>
        <p:spPr>
          <a:xfrm>
            <a:off x="286869"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400" b="1" i="0" spc="0" dirty="0">
                <a:solidFill>
                  <a:srgbClr val="1E2761"/>
                </a:solidFill>
                <a:latin typeface="Arial"/>
              </a:rPr>
              <a:t xml:space="preserve">PROFESSIONAL KINESIOLOGY TAPE</a:t>
            </a:r>
          </a:p>
        </p:txBody>
      </p:sp>
      <p:pic>
        <p:nvPicPr>
          <p:cNvPr id="13" name="Product"/>
          <p:cNvPicPr>
            <a:picLocks noChangeAspect="1"/>
          </p:cNvPicPr>
          <p:nvPr/>
        </p:nvPicPr>
        <p:blipFill>
          <a:blip r:embed="rIdAdhesive804"/>
          <a:stretch>
            <a:fillRect/>
          </a:stretch>
        </p:blipFill>
        <p:spPr>
          <a:xfrm>
            <a:off x="2743511" y="1533445"/>
            <a:ext cx="2227147" cy="1679488"/>
          </a:xfrm>
          <a:prstGeom prst="rect">
            <a:avLst/>
          </a:prstGeom>
        </p:spPr>
      </p:pic>
      <p:sp>
        <p:nvSpPr>
          <p:cNvPr id="14" name="TextBox 14"/>
          <p:cNvSpPr txBox="1"/>
          <p:nvPr/>
        </p:nvSpPr>
        <p:spPr>
          <a:xfrm>
            <a:off x="2743511" y="3285954"/>
            <a:ext cx="2227147" cy="938844"/>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PROFESSIONAL SPORTS ADHESIVE TAPE</a:t>
            </a:r>
          </a:p>
        </p:txBody>
      </p:sp>
      <p:pic>
        <p:nvPicPr>
          <p:cNvPr id="15" name="Product"/>
          <p:cNvPicPr>
            <a:picLocks noChangeAspect="1"/>
          </p:cNvPicPr>
          <p:nvPr/>
        </p:nvPicPr>
        <p:blipFill>
          <a:blip r:embed="rIdAdhesive805"/>
          <a:stretch>
            <a:fillRect/>
          </a:stretch>
        </p:blipFill>
        <p:spPr>
          <a:xfrm>
            <a:off x="5184505" y="1533445"/>
            <a:ext cx="2227147" cy="1679488"/>
          </a:xfrm>
          <a:prstGeom prst="rect">
            <a:avLst/>
          </a:prstGeom>
        </p:spPr>
      </p:pic>
      <p:sp>
        <p:nvSpPr>
          <p:cNvPr id="16" name="TextBox 16"/>
          <p:cNvSpPr txBox="1"/>
          <p:nvPr/>
        </p:nvSpPr>
        <p:spPr>
          <a:xfrm>
            <a:off x="5184505" y="3285954"/>
            <a:ext cx="2227147" cy="938844"/>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PROFESSIONAL SPORTS ADHESIVE TAPE</a:t>
            </a:r>
          </a:p>
        </p:txBody>
      </p:sp>
      <p:pic>
        <p:nvPicPr>
          <p:cNvPr id="17" name="Product"/>
          <p:cNvPicPr>
            <a:picLocks noChangeAspect="1"/>
          </p:cNvPicPr>
          <p:nvPr/>
        </p:nvPicPr>
        <p:blipFill>
          <a:blip r:embed="rIdCohesive807"/>
          <a:stretch>
            <a:fillRect/>
          </a:stretch>
        </p:blipFill>
        <p:spPr>
          <a:xfrm>
            <a:off x="286869" y="4240445"/>
            <a:ext cx="2227147" cy="1679488"/>
          </a:xfrm>
          <a:prstGeom prst="rect">
            <a:avLst/>
          </a:prstGeom>
        </p:spPr>
      </p:pic>
      <p:sp>
        <p:nvSpPr>
          <p:cNvPr id="18" name="TextBox 18"/>
          <p:cNvSpPr txBox="1"/>
          <p:nvPr/>
        </p:nvSpPr>
        <p:spPr>
          <a:xfrm>
            <a:off x="286869"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PROFESSIONAL COHESIVE BANDAGE</a:t>
            </a:r>
          </a:p>
        </p:txBody>
      </p:sp>
      <p:pic>
        <p:nvPicPr>
          <p:cNvPr id="19" name="Product"/>
          <p:cNvPicPr>
            <a:picLocks noChangeAspect="1"/>
          </p:cNvPicPr>
          <p:nvPr/>
        </p:nvPicPr>
        <p:blipFill>
          <a:blip r:embed="rIdCohesive806"/>
          <a:stretch>
            <a:fillRect/>
          </a:stretch>
        </p:blipFill>
        <p:spPr>
          <a:xfrm>
            <a:off x="2743511" y="4240445"/>
            <a:ext cx="2227147" cy="1679488"/>
          </a:xfrm>
          <a:prstGeom prst="rect">
            <a:avLst/>
          </a:prstGeom>
        </p:spPr>
      </p:pic>
      <p:sp>
        <p:nvSpPr>
          <p:cNvPr id="20" name="TextBox 20"/>
          <p:cNvSpPr txBox="1"/>
          <p:nvPr/>
        </p:nvSpPr>
        <p:spPr>
          <a:xfrm>
            <a:off x="2743511"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PROFESSIONAL COHESIVE BANDAGE</a:t>
            </a:r>
          </a:p>
        </p:txBody>
      </p:sp>
      <p:pic>
        <p:nvPicPr>
          <p:cNvPr id="21" name="Product"/>
          <p:cNvPicPr>
            <a:picLocks noChangeAspect="1"/>
          </p:cNvPicPr>
          <p:nvPr/>
        </p:nvPicPr>
        <p:blipFill>
          <a:blip r:embed="rIdCooling"/>
          <a:stretch>
            <a:fillRect/>
          </a:stretch>
        </p:blipFill>
        <p:spPr>
          <a:xfrm>
            <a:off x="5184505" y="4240445"/>
            <a:ext cx="2227147" cy="1679488"/>
          </a:xfrm>
          <a:prstGeom prst="rect">
            <a:avLst/>
          </a:prstGeom>
        </p:spPr>
      </p:pic>
      <p:sp>
        <p:nvSpPr>
          <p:cNvPr id="22" name="TextBox 22"/>
          <p:cNvSpPr txBox="1"/>
          <p:nvPr/>
        </p:nvSpPr>
        <p:spPr>
          <a:xfrm>
            <a:off x="5184505"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 xml:space="preserve">ELASTIC COOLING BANDAGE</a:t>
            </a:r>
          </a:p>
        </p:txBody>
      </p:sp>
      <p:sp>
        <p:nvSpPr>
          <p:cNvPr id="23" name="TextBox 23"/>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1E2761"/>
                </a:solidFill>
                <a:latin typeface="Arial"/>
              </a:rPr>
              <a:t xml:space="preserve">SPORT CATEGORY</a:t>
            </a:r>
          </a:p>
        </p:txBody>
      </p:sp>
      <p:sp>
        <p:nvSpPr>
          <p:cNvPr id="24" name="Frame"/>
          <p:cNvSpPr/>
          <p:nvPr/>
        </p:nvSpPr>
        <p:spPr>
          <a:xfrm>
            <a:off x="7667226" y="1199634"/>
            <a:ext cx="3859692" cy="4746378"/>
          </a:xfrm>
          <a:prstGeom prst="snip1Rect">
            <a:avLst>
              <a:gd name="adj" fmla="val 4663"/>
            </a:avLst>
          </a:prstGeom>
          <a:solidFill>
            <a:srgbClr val="140D41"/>
          </a:solidFill>
          <a:ln w="25400">
            <a:solidFill>
              <a:srgbClr val="140D41"/>
            </a:solidFill>
          </a:ln>
        </p:spPr>
      </p:sp>
      <p:sp>
        <p:nvSpPr>
          <p:cNvPr id="25" name="TextBox 25"/>
          <p:cNvSpPr txBox="1"/>
          <p:nvPr/>
        </p:nvSpPr>
        <p:spPr>
          <a:xfrm>
            <a:off x="7928016" y="2190636"/>
            <a:ext cx="3442428" cy="78237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FFFFFF"/>
                </a:solidFill>
                <a:latin typeface="Arial"/>
              </a:rPr>
              <a:t xml:space="preserve">TAPES &amp; WRAPS</a:t>
            </a:r>
          </a:p>
        </p:txBody>
      </p:sp>
      <p:sp>
        <p:nvSpPr>
          <p:cNvPr id="26" name="TextBox 26"/>
          <p:cNvSpPr txBox="1"/>
          <p:nvPr/>
        </p:nvSpPr>
        <p:spPr>
          <a:xfrm>
            <a:off x="7928016" y="3025164"/>
            <a:ext cx="3442428" cy="2086320"/>
          </a:xfrm>
          <a:prstGeom prst="rect">
            <a:avLst/>
          </a:prstGeom>
          <a:noFill/>
          <a:ln>
            <a:noFill/>
          </a:ln>
        </p:spPr>
        <p:txBody>
          <a:bodyPr wrap="square" lIns="0" tIns="0" rIns="0" bIns="0" anchor="t" rtlCol="0">
            <a:noAutofit/>
          </a:bodyPr>
          <a:lstStyle/>
          <a:p>
            <a:pPr algn="just" rtl="0" indent="0" marL="0">
              <a:buNone/>
            </a:pPr>
            <a:r>
              <a:rPr lang="en-US" sz="1400" b="0" i="0" spc="0" dirty="0">
                <a:solidFill>
                  <a:srgbClr val="FFFFFF"/>
                </a:solidFill>
                <a:latin typeface="Calibri"/>
              </a:rPr>
              <a:t xml:space="preserve">Step up your game with our Tapes &amp; Wraps collection. From sport adhesive tapes to cohesive wraps and Cooling Bandages collection, we've got you covered for every activity. Stay supported, stay unstoppable.</a:t>
            </a:r>
          </a:p>
        </p:txBody>
      </p:sp>
      <p:pic>
        <p:nvPicPr>
          <p:cNvPr id="27"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1" name="Product arch"/>
          <p:cNvPicPr>
            <a:picLocks noChangeAspect="1"/>
          </p:cNvPicPr>
          <p:nvPr/>
        </p:nvPicPr>
        <p:blipFill>
          <a:blip r:embed="rIdArch"/>
          <a:stretch>
            <a:fillRect/>
          </a:stretch>
        </p:blipFill>
        <p:spPr>
          <a:xfrm>
            <a:off x="286869" y="1533445"/>
            <a:ext cx="2227147" cy="1675601"/>
          </a:xfrm>
          <a:prstGeom prst="rect">
            <a:avLst/>
          </a:prstGeom>
        </p:spPr>
      </p:pic>
      <p:sp>
        <p:nvSpPr>
          <p:cNvPr id="12" name="TextBox 12"/>
          <p:cNvSpPr txBox="1"/>
          <p:nvPr/>
        </p:nvSpPr>
        <p:spPr>
          <a:xfrm>
            <a:off x="286869"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ADJUSTABLE ARCH SUPPORT KIT</a:t>
            </a:r>
          </a:p>
        </p:txBody>
      </p:sp>
      <p:pic>
        <p:nvPicPr>
          <p:cNvPr id="13" name="Product nail"/>
          <p:cNvPicPr>
            <a:picLocks noChangeAspect="1"/>
          </p:cNvPicPr>
          <p:nvPr/>
        </p:nvPicPr>
        <p:blipFill>
          <a:blip r:embed="rIdNail"/>
          <a:stretch>
            <a:fillRect/>
          </a:stretch>
        </p:blipFill>
        <p:spPr>
          <a:xfrm>
            <a:off x="2743511" y="1533445"/>
            <a:ext cx="2227147" cy="1675601"/>
          </a:xfrm>
          <a:prstGeom prst="rect">
            <a:avLst/>
          </a:prstGeom>
        </p:spPr>
      </p:pic>
      <p:sp>
        <p:nvSpPr>
          <p:cNvPr id="14" name="TextBox 14"/>
          <p:cNvSpPr txBox="1"/>
          <p:nvPr/>
        </p:nvSpPr>
        <p:spPr>
          <a:xfrm>
            <a:off x="2743511"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INGROWN NAIL DROPS</a:t>
            </a:r>
          </a:p>
        </p:txBody>
      </p:sp>
      <p:pic>
        <p:nvPicPr>
          <p:cNvPr id="15" name="Product hallux"/>
          <p:cNvPicPr>
            <a:picLocks noChangeAspect="1"/>
          </p:cNvPicPr>
          <p:nvPr/>
        </p:nvPicPr>
        <p:blipFill>
          <a:blip r:embed="rIdHallux"/>
          <a:stretch>
            <a:fillRect/>
          </a:stretch>
        </p:blipFill>
        <p:spPr>
          <a:xfrm>
            <a:off x="5184505" y="1533445"/>
            <a:ext cx="2227147" cy="1675601"/>
          </a:xfrm>
          <a:prstGeom prst="rect">
            <a:avLst/>
          </a:prstGeom>
        </p:spPr>
      </p:pic>
      <p:sp>
        <p:nvSpPr>
          <p:cNvPr id="16" name="TextBox 16"/>
          <p:cNvSpPr txBox="1"/>
          <p:nvPr/>
        </p:nvSpPr>
        <p:spPr>
          <a:xfrm>
            <a:off x="5184505" y="3285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HALLUX VALGUS NIGHT SPLINT</a:t>
            </a:r>
          </a:p>
        </p:txBody>
      </p:sp>
      <p:pic>
        <p:nvPicPr>
          <p:cNvPr id="17" name="Product heel"/>
          <p:cNvPicPr>
            <a:picLocks noChangeAspect="1"/>
          </p:cNvPicPr>
          <p:nvPr/>
        </p:nvPicPr>
        <p:blipFill>
          <a:blip r:embed="rIdHeel"/>
          <a:stretch>
            <a:fillRect/>
          </a:stretch>
        </p:blipFill>
        <p:spPr>
          <a:xfrm>
            <a:off x="286869" y="4240445"/>
            <a:ext cx="2227147" cy="1675601"/>
          </a:xfrm>
          <a:prstGeom prst="rect">
            <a:avLst/>
          </a:prstGeom>
        </p:spPr>
      </p:pic>
      <p:sp>
        <p:nvSpPr>
          <p:cNvPr id="18" name="TextBox 18"/>
          <p:cNvSpPr txBox="1"/>
          <p:nvPr/>
        </p:nvSpPr>
        <p:spPr>
          <a:xfrm>
            <a:off x="286869"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SILICONE HEEL SUPPORT CUSHION</a:t>
            </a:r>
          </a:p>
        </p:txBody>
      </p:sp>
      <p:pic>
        <p:nvPicPr>
          <p:cNvPr id="19" name="Product cohesive fc"/>
          <p:cNvPicPr>
            <a:picLocks noChangeAspect="1"/>
          </p:cNvPicPr>
          <p:nvPr/>
        </p:nvPicPr>
        <p:blipFill>
          <a:blip r:embed="rIdCohesiveFC"/>
          <a:stretch>
            <a:fillRect/>
          </a:stretch>
        </p:blipFill>
        <p:spPr>
          <a:xfrm>
            <a:off x="2743511" y="4240445"/>
            <a:ext cx="2227147" cy="1675601"/>
          </a:xfrm>
          <a:prstGeom prst="rect">
            <a:avLst/>
          </a:prstGeom>
        </p:spPr>
      </p:pic>
      <p:sp>
        <p:nvSpPr>
          <p:cNvPr id="20" name="TextBox 20"/>
          <p:cNvSpPr txBox="1"/>
          <p:nvPr/>
        </p:nvSpPr>
        <p:spPr>
          <a:xfrm>
            <a:off x="2743511" y="5992954"/>
            <a:ext cx="2227147" cy="625896"/>
          </a:xfrm>
          <a:prstGeom prst="rect">
            <a:avLst/>
          </a:prstGeom>
          <a:noFill/>
          <a:ln>
            <a:noFill/>
          </a:ln>
        </p:spPr>
        <p:txBody>
          <a:bodyPr wrap="square" lIns="0" tIns="0" rIns="0" bIns="0" anchor="t" rtlCol="0">
            <a:noAutofit/>
          </a:bodyPr>
          <a:lstStyle/>
          <a:p>
            <a:pPr algn="l" rtl="0" indent="0" marL="0">
              <a:lnSpc>
                <a:spcPct val="90000"/>
              </a:lnSpc>
              <a:buNone/>
            </a:pPr>
            <a:r>
              <a:rPr lang="en-US" sz="1300" b="1" i="0" spc="0" dirty="0">
                <a:solidFill>
                  <a:srgbClr val="1E2761"/>
                </a:solidFill>
                <a:latin typeface="Arial"/>
              </a:rPr>
              <a:t>PROFESSIONAL COHESIVE BANDAGE</a:t>
            </a:r>
          </a:p>
        </p:txBody>
      </p:sp>
      <p:sp>
        <p:nvSpPr>
          <p:cNvPr id="21" name="TextBox 21"/>
          <p:cNvSpPr txBox="1"/>
          <p:nvPr/>
        </p:nvSpPr>
        <p:spPr>
          <a:xfrm>
            <a:off x="7667226" y="391185"/>
            <a:ext cx="4276956" cy="469422"/>
          </a:xfrm>
          <a:prstGeom prst="rect">
            <a:avLst/>
          </a:prstGeom>
          <a:noFill/>
          <a:ln>
            <a:noFill/>
          </a:ln>
        </p:spPr>
        <p:txBody>
          <a:bodyPr wrap="square" lIns="0" tIns="0" rIns="0" bIns="0" anchor="t" rtlCol="0">
            <a:noAutofit/>
          </a:bodyPr>
          <a:lstStyle/>
          <a:p>
            <a:pPr algn="r" rtl="0" indent="0" marL="0">
              <a:buNone/>
            </a:pPr>
            <a:r>
              <a:rPr lang="en-US" sz="2600" b="1" i="1" spc="0" dirty="0">
                <a:solidFill>
                  <a:srgbClr val="1E2761"/>
                </a:solidFill>
                <a:latin typeface="Arial"/>
              </a:rPr>
              <a:t>FOOT-CARE CATEGORY</a:t>
            </a:r>
          </a:p>
        </p:txBody>
      </p:sp>
      <p:sp>
        <p:nvSpPr>
          <p:cNvPr id="22" name="Frame"/>
          <p:cNvSpPr/>
          <p:nvPr/>
        </p:nvSpPr>
        <p:spPr>
          <a:xfrm>
            <a:off x="7667226" y="1199634"/>
            <a:ext cx="3859692" cy="4746378"/>
          </a:xfrm>
          <a:prstGeom prst="snip1Rect">
            <a:avLst>
              <a:gd name="adj" fmla="val 4663"/>
            </a:avLst>
          </a:prstGeom>
          <a:solidFill>
            <a:srgbClr val="140D41"/>
          </a:solidFill>
          <a:ln w="25400">
            <a:solidFill>
              <a:srgbClr val="140D41"/>
            </a:solidFill>
          </a:ln>
        </p:spPr>
      </p:sp>
      <p:sp>
        <p:nvSpPr>
          <p:cNvPr id="23" name="TextBox 23"/>
          <p:cNvSpPr txBox="1"/>
          <p:nvPr/>
        </p:nvSpPr>
        <p:spPr>
          <a:xfrm>
            <a:off x="7928016" y="2190636"/>
            <a:ext cx="3442428" cy="782370"/>
          </a:xfrm>
          <a:prstGeom prst="rect">
            <a:avLst/>
          </a:prstGeom>
          <a:noFill/>
          <a:ln>
            <a:noFill/>
          </a:ln>
        </p:spPr>
        <p:txBody>
          <a:bodyPr wrap="square" lIns="0" tIns="0" rIns="0" bIns="0" anchor="t" rtlCol="0">
            <a:noAutofit/>
          </a:bodyPr>
          <a:lstStyle/>
          <a:p>
            <a:pPr algn="l" rtl="0" indent="0" marL="0">
              <a:buNone/>
            </a:pPr>
            <a:r>
              <a:rPr lang="en-US" sz="1900" b="1" i="1" spc="0" dirty="0">
                <a:solidFill>
                  <a:srgbClr val="FFFFFF"/>
                </a:solidFill>
                <a:latin typeface="Arial"/>
              </a:rPr>
              <a:t>FOOT CARE</a:t>
            </a:r>
          </a:p>
        </p:txBody>
      </p:sp>
      <p:sp>
        <p:nvSpPr>
          <p:cNvPr id="24" name="TextBox 24"/>
          <p:cNvSpPr txBox="1"/>
          <p:nvPr/>
        </p:nvSpPr>
        <p:spPr>
          <a:xfrm>
            <a:off x="7928016" y="3025164"/>
            <a:ext cx="3442428" cy="2086320"/>
          </a:xfrm>
          <a:prstGeom prst="rect">
            <a:avLst/>
          </a:prstGeom>
          <a:noFill/>
          <a:ln>
            <a:noFill/>
          </a:ln>
        </p:spPr>
        <p:txBody>
          <a:bodyPr wrap="square" lIns="0" tIns="0" rIns="0" bIns="0" anchor="t" rtlCol="0">
            <a:noAutofit/>
          </a:bodyPr>
          <a:lstStyle/>
          <a:p>
            <a:pPr algn="just" rtl="0" indent="0" marL="0">
              <a:buNone/>
            </a:pPr>
            <a:r>
              <a:rPr lang="en-US" sz="1400" b="0" i="0" spc="0" dirty="0">
                <a:solidFill>
                  <a:srgbClr val="FFFFFF"/>
                </a:solidFill>
                <a:latin typeface="Calibri"/>
              </a:rPr>
              <a:t>Discover complete foot care solutions - your one-stop solution for all your foot needs with our range of insoles, inserts, health socks, and silicone products. We've got you covered from heel to toe. Experience comfort, support, and relief tailored to your unique foot requirements. Step into wellness today.</a:t>
            </a:r>
          </a:p>
        </p:txBody>
      </p:sp>
      <p:sp>
        <p:nvSpPr>
          <p:cNvPr id="25" name="TextBox 25"/>
          <p:cNvSpPr txBox="1"/>
          <p:nvPr/>
        </p:nvSpPr>
        <p:spPr>
          <a:xfrm>
            <a:off x="5007168" y="4485588"/>
            <a:ext cx="2607900" cy="1147476"/>
          </a:xfrm>
          <a:prstGeom prst="rect">
            <a:avLst/>
          </a:prstGeom>
          <a:noFill/>
          <a:ln>
            <a:noFill/>
          </a:ln>
        </p:spPr>
        <p:txBody>
          <a:bodyPr wrap="square" lIns="0" tIns="0" rIns="0" bIns="0" anchor="t" rtlCol="0">
            <a:noAutofit/>
          </a:bodyPr>
          <a:lstStyle/>
          <a:p>
            <a:pPr algn="ctr" rtl="0" indent="0" marL="0">
              <a:buNone/>
            </a:pPr>
            <a:r>
              <a:rPr lang="en-US" sz="4000" b="1" i="0" spc="0" dirty="0">
                <a:solidFill>
                  <a:srgbClr val="1E2761"/>
                </a:solidFill>
                <a:latin typeface="Arial"/>
              </a:rPr>
              <a:t>+50</a:t>
            </a:r>
          </a:p>
          <a:p>
            <a:pPr algn="ctr" rtl="0" indent="0" marL="0">
              <a:spcBef>
                <a:spcPts val="600"/>
              </a:spcBef>
              <a:buNone/>
            </a:pPr>
            <a:r>
              <a:rPr lang="en-US" sz="2000" b="1" i="0" spc="0" dirty="0">
                <a:solidFill>
                  <a:srgbClr val="1E2761"/>
                </a:solidFill>
                <a:latin typeface="Arial"/>
              </a:rPr>
              <a:t>PRODUCTS</a:t>
            </a:r>
          </a:p>
        </p:txBody>
      </p:sp>
      <p:pic>
        <p:nvPicPr>
          <p:cNvPr id="26"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D135E"/>
        </a:solidFill>
        <a:effectLst/>
      </p:bgPr>
    </p:bg>
    <p:spTree>
      <p:nvGrpSpPr>
        <p:cNvPr id="1" name=""/>
        <p:cNvGrpSpPr/>
        <p:nvPr/>
      </p:nvGrpSpPr>
      <p:grpSpPr>
        <a:xfrm>
          <a:off x="0" y="0"/>
          <a:ext cx="0" cy="0"/>
          <a:chOff x="0" y="0"/>
          <a:chExt cx="0" cy="0"/>
        </a:xfrm>
      </p:grpSpPr>
      <p:pic>
        <p:nvPicPr>
          <p:cNvPr id="11" name="GenuShield Diagram"/>
          <p:cNvPicPr>
            <a:picLocks noChangeAspect="1"/>
          </p:cNvPicPr>
          <p:nvPr/>
        </p:nvPicPr>
        <p:blipFill>
          <a:blip r:embed="rIdBgLeft"/>
          <a:stretch>
            <a:fillRect/>
          </a:stretch>
        </p:blipFill>
        <p:spPr>
          <a:xfrm>
            <a:off x="0" y="0"/>
            <a:ext cx="7576556" cy="6858000"/>
          </a:xfrm>
          <a:prstGeom prst="rect">
            <a:avLst/>
          </a:prstGeom>
        </p:spPr>
      </p:pic>
      <p:sp>
        <p:nvSpPr>
          <p:cNvPr id="13" name="Frame"/>
          <p:cNvSpPr/>
          <p:nvPr/>
        </p:nvSpPr>
        <p:spPr>
          <a:xfrm>
            <a:off x="7700000" y="1199634"/>
            <a:ext cx="4200000" cy="4746378"/>
          </a:xfrm>
          <a:prstGeom prst="snip1Rect">
            <a:avLst>
              <a:gd name="adj" fmla="val 4663"/>
            </a:avLst>
          </a:prstGeom>
          <a:noFill/>
          <a:ln w="25400">
            <a:solidFill>
              <a:srgbClr val="FFD500"/>
            </a:solidFill>
          </a:ln>
        </p:spPr>
      </p:sp>
      <p:sp>
        <p:nvSpPr>
          <p:cNvPr id="14" name="TextBox Title"/>
          <p:cNvSpPr txBox="1"/>
          <p:nvPr/>
        </p:nvSpPr>
        <p:spPr>
          <a:xfrm>
            <a:off x="7950000" y="1549634"/>
            <a:ext cx="3700000" cy="500000"/>
          </a:xfrm>
          <a:prstGeom prst="rect">
            <a:avLst/>
          </a:prstGeom>
          <a:noFill/>
          <a:ln>
            <a:noFill/>
          </a:ln>
        </p:spPr>
        <p:txBody>
          <a:bodyPr wrap="square" lIns="0" tIns="0" rIns="0" bIns="0" anchor="t" rtlCol="0">
            <a:noAutofit/>
          </a:bodyPr>
          <a:lstStyle/>
          <a:p>
            <a:pPr algn="l" rtl="0" indent="0" marL="0">
              <a:buNone/>
            </a:pPr>
            <a:r>
              <a:rPr lang="en-US" sz="2000" b="1" i="1" spc="0" dirty="0">
                <a:solidFill>
                  <a:srgbClr val="FFFFFF"/>
                </a:solidFill>
                <a:latin typeface="Arial"/>
              </a:rPr>
              <a:t>GENU-SHIELD STABILIZER</a:t>
            </a:r>
          </a:p>
        </p:txBody>
      </p:sp>
      <p:sp>
        <p:nvSpPr>
          <p:cNvPr id="15" name="TextBox Subtitle"/>
          <p:cNvSpPr txBox="1"/>
          <p:nvPr/>
        </p:nvSpPr>
        <p:spPr>
          <a:xfrm>
            <a:off x="7950000" y="2229634"/>
            <a:ext cx="3700000" cy="2600000"/>
          </a:xfrm>
          <a:prstGeom prst="rect">
            <a:avLst/>
          </a:prstGeom>
          <a:noFill/>
          <a:ln>
            <a:noFill/>
          </a:ln>
        </p:spPr>
        <p:txBody>
          <a:bodyPr wrap="square" lIns="0" tIns="0" rIns="0" bIns="0" anchor="t" rtlCol="0">
            <a:noAutofit/>
          </a:bodyPr>
          <a:lstStyle/>
          <a:p>
            <a:pPr algn="l" rtl="0" indent="0" marL="0">
              <a:lnSpc>
                <a:spcPct val="115000"/>
              </a:lnSpc>
              <a:buNone/>
            </a:pPr>
            <a:r>
              <a:rPr lang="en-US" sz="1800" b="1" i="1" spc="0" dirty="0">
                <a:solidFill>
                  <a:srgbClr val="FFD500"/>
                </a:solidFill>
                <a:latin typeface="Arial"/>
              </a:rPr>
              <a:t>PROVIDES JOINT STABILIZATION WHILE REDUCING PAIN AND SWELLING</a:t>
            </a:r>
          </a:p>
        </p:txBody>
      </p:sp>
      <p:pic>
        <p:nvPicPr>
          <p:cNvPr id="12" name="Footer"/>
          <p:cNvPicPr>
            <a:picLocks noChangeAspect="1"/>
          </p:cNvPicPr>
          <p:nvPr/>
        </p:nvPicPr>
        <p:blipFill>
          <a:blip r:embed="rIdFooter"/>
          <a:stretch>
            <a:fillRect/>
          </a:stretch>
        </p:blipFill>
        <p:spPr>
          <a:xfrm>
            <a:off x="0" y="6222492"/>
            <a:ext cx="12191695" cy="495239"/>
          </a:xfrm>
          <a:prstGeom prst="rect">
            <a:avLst/>
          </a:prstGeom>
        </p:spPr>
      </p:pic>
    </p:spTree>
  </p:cSld>
  <p:clrMapOvr>
    <a:masterClrMapping/>
  </p:clrMapOvr>
</p:sld>
</file>

<file path=ppt/theme/theme1.xml><?xml version="1.0" encoding="utf-8"?>
<a:theme xmlns:a="http://schemas.openxmlformats.org/drawingml/2006/main" name="ערכת נושא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1300</TotalTime>
  <Words>0</Words>
  <Application>Microsoft Office PowerPoint</Application>
  <PresentationFormat>מסך רחב</PresentationFormat>
  <Paragraphs>0</Paragraphs>
  <Slides>9</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9</vt:i4>
      </vt:variant>
    </vt:vector>
  </HeadingPairs>
  <TitlesOfParts>
    <vt:vector size="13" baseType="lpstr">
      <vt:lpstr>Arial</vt:lpstr>
      <vt:lpstr>Calibri</vt:lpstr>
      <vt:lpstr>Calibri Light</vt:lpstr>
      <vt:lpstr>ערכת נושא Office</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מצגת של PowerPoint‏</dc:title>
  <dc:creator>Natali graphics Meditex</dc:creator>
  <cp:lastModifiedBy>Eyal Sadot</cp:lastModifiedBy>
  <cp:revision>34</cp:revision>
  <dcterms:created xsi:type="dcterms:W3CDTF">2024-03-05T12:29:32Z</dcterms:created>
  <dcterms:modified xsi:type="dcterms:W3CDTF">2026-08-09T09:33:50Z</dcterms:modified>
</cp:coreProperties>
</file>