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097280" y="-3246120"/>
            <a:ext cx="14447520" cy="6035040"/>
          </a:xfrm>
          <a:prstGeom prst="rect">
            <a:avLst/>
          </a:prstGeom>
          <a:solidFill>
            <a:srgbClr val="140D41"/>
          </a:solidFill>
          <a:ln/>
        </p:spPr>
      </p:sp>
      <p:pic>
        <p:nvPicPr>
          <p:cNvPr id="3" name="Image 0" descr="/tmp/claude-0/-home-user-the-5-agents/104e019b-481e-5835-b5aa-7854a99e3b07/scratchpad/uriel/assets/logo_ur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3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300" b="1" spc="3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</p:sp>
      <p:pic>
        <p:nvPicPr>
          <p:cNvPr id="6" name="Image 1" descr="/tmp/claude-0/-home-user-the-5-agents/104e019b-481e-5835-b5aa-7854a99e3b07/scratchpad/uriel/assets/runner_st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77800" dist="63500" dir="5400000">
              <a:srgbClr val="0A0630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826705" y="3319272"/>
            <a:ext cx="75237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250" dirty="0"/>
          </a:p>
          <a:p>
            <a:pPr algn="just"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250" dirty="0"/>
          </a:p>
          <a:p>
            <a:pPr algn="just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sx="100000" sy="100000" kx="0" ky="0" algn="bl" rotWithShape="0" blurRad="177800" dist="63500" dir="5400000">
              <a:srgbClr val="0A0630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28131"/>
            </a:avLst>
          </a:prstGeom>
          <a:solidFill>
            <a:srgbClr val="F2F2F5"/>
          </a:solidFill>
          <a:ln/>
        </p:spPr>
      </p:sp>
      <p:pic>
        <p:nvPicPr>
          <p:cNvPr id="5" name="Image 0" descr="/tmp/claude-0/-home-user-the-5-agents/104e019b-481e-5835-b5aa-7854a99e3b07/scratchpad/uriel/assets/flags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9939"/>
            <a:ext cx="3977640" cy="7411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7" name="Image 1" descr="/tmp/claude-0/-home-user-the-5-agents/104e019b-481e-5835-b5aa-7854a99e3b07/scratchpad/uriel/assets/hosp_us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9" name="Image 2" descr="/tmp/claude-0/-home-user-the-5-agents/104e019b-481e-5835-b5aa-7854a99e3b07/scratchpad/uriel/assets/hosp_ziekenhu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11" name="Image 3" descr="/tmp/claude-0/-home-user-the-5-agents/104e019b-481e-5835-b5aa-7854a99e3b07/scratchpad/uriel/assets/hosp_sh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13" name="Image 4" descr="/tmp/claude-0/-home-user-the-5-agents/104e019b-481e-5835-b5aa-7854a99e3b07/scratchpad/uriel/assets/hosp_ramb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194" y="2735518"/>
            <a:ext cx="962406" cy="10577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15" name="Image 5" descr="/tmp/claude-0/-home-user-the-5-agents/104e019b-481e-5835-b5aa-7854a99e3b07/scratchpad/uriel/assets/hosp_hadassa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17" name="Image 6" descr="/tmp/claude-0/-home-user-the-5-agents/104e019b-481e-5835-b5aa-7854a99e3b07/scratchpad/uriel/assets/hosp_char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16000"/>
              </a:srgbClr>
            </a:outerShdw>
          </a:effectLst>
        </p:spPr>
      </p:sp>
      <p:pic>
        <p:nvPicPr>
          <p:cNvPr id="19" name="Image 7" descr="/tmp/claude-0/-home-user-the-5-agents/104e019b-481e-5835-b5aa-7854a99e3b07/scratchpad/uriel/assets/hosp_ichilo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116" y="5005216"/>
            <a:ext cx="962406" cy="358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/>
          <a:effectLst>
            <a:outerShdw sx="100000" sy="100000" kx="0" ky="0" algn="bl" rotWithShape="0" blurRad="177800" dist="63500" dir="5400000">
              <a:srgbClr val="0A063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</p:sp>
      <p:pic>
        <p:nvPicPr>
          <p:cNvPr id="6" name="Image 0" descr="/tmp/claude-0/-home-user-the-5-agents/104e019b-481e-5835-b5aa-7854a99e3b07/scratchpad/uriel/assets/runner_solutions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2026-08-02T08:27:24Z</dcterms:created>
  <dcterms:modified xsi:type="dcterms:W3CDTF">2026-08-02T08:27:24Z</dcterms:modified>
</cp:coreProperties>
</file>