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39.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38"/>
  </p:notesMasterIdLst>
  <p:sldIdLst>
    <p:sldId id="298"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9B6D4F-B1D7-4619-80C9-AC8A15C04D39}" v="22" dt="2026-08-09T15:24:58.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39" Type="http://schemas.openxmlformats.org/officeDocument/2006/relationships/presProps" Target="presProps.xml"/><Relationship Id="rId42" Type="http://schemas.openxmlformats.org/officeDocument/2006/relationships/tableStyles" Target="tableStyles.xml"/><Relationship Id="rId38" Type="http://schemas.openxmlformats.org/officeDocument/2006/relationships/notesMaster" Target="notesMasters/notesMaster1.xml"/><Relationship Id="rId2" Type="http://schemas.openxmlformats.org/officeDocument/2006/relationships/slideMaster" Target="slideMasters/slideMaster2.xml"/><Relationship Id="rId41" Type="http://schemas.openxmlformats.org/officeDocument/2006/relationships/theme" Target="theme/theme1.xml"/><Relationship Id="rId1" Type="http://schemas.openxmlformats.org/officeDocument/2006/relationships/slideMaster" Target="slideMasters/slideMaster1.xml"/><Relationship Id="rId40" Type="http://schemas.openxmlformats.org/officeDocument/2006/relationships/viewProps" Target="viewProps.xml"/><Relationship Id="rId44" Type="http://schemas.microsoft.com/office/2015/10/relationships/revisionInfo" Target="revisionInfo.xml"/><Relationship Id="rId43" Type="http://schemas.microsoft.com/office/2016/11/relationships/changesInfo" Target="changesInfos/changesInfo1.xml"/>  
  
  
  <Relationship Id="rId48" Type="http://schemas.openxmlformats.org/officeDocument/2006/relationships/slide" Target="slides/slide39.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yal Sadot" userId="9c57a40b-08c8-435b-851c-1854c25cf41d" providerId="ADAL" clId="{02003448-2CBC-42C7-80BD-DC4C07BEB2CD}"/>
    <pc:docChg chg="undo custSel addSld delSld modSld sldOrd">
      <pc:chgData name="Eyal Sadot" userId="9c57a40b-08c8-435b-851c-1854c25cf41d" providerId="ADAL" clId="{02003448-2CBC-42C7-80BD-DC4C07BEB2CD}" dt="2026-08-09T15:25:47.452" v="40" actId="47"/>
      <pc:docMkLst>
        <pc:docMk/>
      </pc:docMkLst>
      <pc:sldChg chg="ord">
        <pc:chgData name="Eyal Sadot" userId="9c57a40b-08c8-435b-851c-1854c25cf41d" providerId="ADAL" clId="{02003448-2CBC-42C7-80BD-DC4C07BEB2CD}" dt="2026-08-09T08:48:40.153" v="7"/>
        <pc:sldMkLst>
          <pc:docMk/>
          <pc:sldMk cId="0" sldId="259"/>
        </pc:sldMkLst>
      </pc:sldChg>
      <pc:sldChg chg="add">
        <pc:chgData name="Eyal Sadot" userId="9c57a40b-08c8-435b-851c-1854c25cf41d" providerId="ADAL" clId="{02003448-2CBC-42C7-80BD-DC4C07BEB2CD}" dt="2026-08-09T08:36:01.113" v="0"/>
        <pc:sldMkLst>
          <pc:docMk/>
          <pc:sldMk cId="0" sldId="260"/>
        </pc:sldMkLst>
      </pc:sldChg>
      <pc:sldChg chg="add">
        <pc:chgData name="Eyal Sadot" userId="9c57a40b-08c8-435b-851c-1854c25cf41d" providerId="ADAL" clId="{02003448-2CBC-42C7-80BD-DC4C07BEB2CD}" dt="2026-08-09T08:36:01.113" v="0"/>
        <pc:sldMkLst>
          <pc:docMk/>
          <pc:sldMk cId="0" sldId="261"/>
        </pc:sldMkLst>
      </pc:sldChg>
      <pc:sldChg chg="add ord">
        <pc:chgData name="Eyal Sadot" userId="9c57a40b-08c8-435b-851c-1854c25cf41d" providerId="ADAL" clId="{02003448-2CBC-42C7-80BD-DC4C07BEB2CD}" dt="2026-08-09T08:48:44.461" v="8"/>
        <pc:sldMkLst>
          <pc:docMk/>
          <pc:sldMk cId="0" sldId="262"/>
        </pc:sldMkLst>
      </pc:sldChg>
      <pc:sldChg chg="modSp add ord">
        <pc:chgData name="Eyal Sadot" userId="9c57a40b-08c8-435b-851c-1854c25cf41d" providerId="ADAL" clId="{02003448-2CBC-42C7-80BD-DC4C07BEB2CD}" dt="2026-08-09T08:40:26.622" v="6"/>
        <pc:sldMkLst>
          <pc:docMk/>
          <pc:sldMk cId="0" sldId="263"/>
        </pc:sldMkLst>
        <pc:spChg chg="mod">
          <ac:chgData name="Eyal Sadot" userId="9c57a40b-08c8-435b-851c-1854c25cf41d" providerId="ADAL" clId="{02003448-2CBC-42C7-80BD-DC4C07BEB2CD}" dt="2026-08-09T08:37:26.117" v="2" actId="20578"/>
          <ac:spMkLst>
            <pc:docMk/>
            <pc:sldMk cId="0" sldId="263"/>
            <ac:spMk id="3" creationId="{00000000-0000-0000-0000-000000000000}"/>
          </ac:spMkLst>
        </pc:spChg>
      </pc:sldChg>
      <pc:sldChg chg="add ord">
        <pc:chgData name="Eyal Sadot" userId="9c57a40b-08c8-435b-851c-1854c25cf41d" providerId="ADAL" clId="{02003448-2CBC-42C7-80BD-DC4C07BEB2CD}" dt="2026-08-09T15:05:23.612" v="14"/>
        <pc:sldMkLst>
          <pc:docMk/>
          <pc:sldMk cId="0" sldId="264"/>
        </pc:sldMkLst>
      </pc:sldChg>
      <pc:sldChg chg="add ord">
        <pc:chgData name="Eyal Sadot" userId="9c57a40b-08c8-435b-851c-1854c25cf41d" providerId="ADAL" clId="{02003448-2CBC-42C7-80BD-DC4C07BEB2CD}" dt="2026-08-09T15:05:30.730" v="18"/>
        <pc:sldMkLst>
          <pc:docMk/>
          <pc:sldMk cId="0" sldId="265"/>
        </pc:sldMkLst>
      </pc:sldChg>
      <pc:sldChg chg="add ord">
        <pc:chgData name="Eyal Sadot" userId="9c57a40b-08c8-435b-851c-1854c25cf41d" providerId="ADAL" clId="{02003448-2CBC-42C7-80BD-DC4C07BEB2CD}" dt="2026-08-09T15:05:14.490" v="12"/>
        <pc:sldMkLst>
          <pc:docMk/>
          <pc:sldMk cId="0" sldId="266"/>
        </pc:sldMkLst>
      </pc:sldChg>
      <pc:sldChg chg="add ord">
        <pc:chgData name="Eyal Sadot" userId="9c57a40b-08c8-435b-851c-1854c25cf41d" providerId="ADAL" clId="{02003448-2CBC-42C7-80BD-DC4C07BEB2CD}" dt="2026-08-09T15:06:09.387" v="22"/>
        <pc:sldMkLst>
          <pc:docMk/>
          <pc:sldMk cId="0" sldId="267"/>
        </pc:sldMkLst>
      </pc:sldChg>
      <pc:sldChg chg="add ord">
        <pc:chgData name="Eyal Sadot" userId="9c57a40b-08c8-435b-851c-1854c25cf41d" providerId="ADAL" clId="{02003448-2CBC-42C7-80BD-DC4C07BEB2CD}" dt="2026-08-09T15:05:34.117" v="20"/>
        <pc:sldMkLst>
          <pc:docMk/>
          <pc:sldMk cId="0" sldId="268"/>
        </pc:sldMkLst>
      </pc:sldChg>
      <pc:sldChg chg="add">
        <pc:chgData name="Eyal Sadot" userId="9c57a40b-08c8-435b-851c-1854c25cf41d" providerId="ADAL" clId="{02003448-2CBC-42C7-80BD-DC4C07BEB2CD}" dt="2026-08-09T15:05:00.075" v="10"/>
        <pc:sldMkLst>
          <pc:docMk/>
          <pc:sldMk cId="0" sldId="269"/>
        </pc:sldMkLst>
      </pc:sldChg>
      <pc:sldChg chg="modSp add mod">
        <pc:chgData name="Eyal Sadot" userId="9c57a40b-08c8-435b-851c-1854c25cf41d" providerId="ADAL" clId="{02003448-2CBC-42C7-80BD-DC4C07BEB2CD}" dt="2026-08-09T15:08:49.456" v="31" actId="732"/>
        <pc:sldMkLst>
          <pc:docMk/>
          <pc:sldMk cId="0" sldId="270"/>
        </pc:sldMkLst>
        <pc:picChg chg="mod modCrop">
          <ac:chgData name="Eyal Sadot" userId="9c57a40b-08c8-435b-851c-1854c25cf41d" providerId="ADAL" clId="{02003448-2CBC-42C7-80BD-DC4C07BEB2CD}" dt="2026-08-09T15:08:49.132" v="30" actId="732"/>
          <ac:picMkLst>
            <pc:docMk/>
            <pc:sldMk cId="0" sldId="270"/>
            <ac:picMk id="17" creationId="{00000000-0000-0000-0000-000000000000}"/>
          </ac:picMkLst>
        </pc:picChg>
        <pc:picChg chg="mod modCrop">
          <ac:chgData name="Eyal Sadot" userId="9c57a40b-08c8-435b-851c-1854c25cf41d" providerId="ADAL" clId="{02003448-2CBC-42C7-80BD-DC4C07BEB2CD}" dt="2026-08-09T15:08:49.456" v="31" actId="732"/>
          <ac:picMkLst>
            <pc:docMk/>
            <pc:sldMk cId="0" sldId="270"/>
            <ac:picMk id="19" creationId="{00000000-0000-0000-0000-000000000000}"/>
          </ac:picMkLst>
        </pc:picChg>
      </pc:sldChg>
      <pc:sldChg chg="add del">
        <pc:chgData name="Eyal Sadot" userId="9c57a40b-08c8-435b-851c-1854c25cf41d" providerId="ADAL" clId="{02003448-2CBC-42C7-80BD-DC4C07BEB2CD}" dt="2026-08-09T15:25:38.461" v="38" actId="47"/>
        <pc:sldMkLst>
          <pc:docMk/>
          <pc:sldMk cId="0" sldId="271"/>
        </pc:sldMkLst>
      </pc:sldChg>
      <pc:sldChg chg="addSp modSp mod">
        <pc:chgData name="Eyal Sadot" userId="9c57a40b-08c8-435b-851c-1854c25cf41d" providerId="ADAL" clId="{02003448-2CBC-42C7-80BD-DC4C07BEB2CD}" dt="2026-08-09T15:08:05.124" v="27" actId="167"/>
        <pc:sldMkLst>
          <pc:docMk/>
          <pc:sldMk cId="0" sldId="274"/>
        </pc:sldMkLst>
        <pc:spChg chg="add mod ord">
          <ac:chgData name="Eyal Sadot" userId="9c57a40b-08c8-435b-851c-1854c25cf41d" providerId="ADAL" clId="{02003448-2CBC-42C7-80BD-DC4C07BEB2CD}" dt="2026-08-09T15:08:05.124" v="27" actId="167"/>
          <ac:spMkLst>
            <pc:docMk/>
            <pc:sldMk cId="0" sldId="274"/>
            <ac:spMk id="3" creationId="{AFB7070D-59E6-87F7-AF87-DC8CBD2A72E0}"/>
          </ac:spMkLst>
        </pc:spChg>
      </pc:sldChg>
      <pc:sldChg chg="ord">
        <pc:chgData name="Eyal Sadot" userId="9c57a40b-08c8-435b-851c-1854c25cf41d" providerId="ADAL" clId="{02003448-2CBC-42C7-80BD-DC4C07BEB2CD}" dt="2026-08-09T08:48:40.153" v="7"/>
        <pc:sldMkLst>
          <pc:docMk/>
          <pc:sldMk cId="0" sldId="277"/>
        </pc:sldMkLst>
      </pc:sldChg>
      <pc:sldChg chg="add">
        <pc:chgData name="Eyal Sadot" userId="9c57a40b-08c8-435b-851c-1854c25cf41d" providerId="ADAL" clId="{02003448-2CBC-42C7-80BD-DC4C07BEB2CD}" dt="2026-08-09T08:36:01.113" v="0"/>
        <pc:sldMkLst>
          <pc:docMk/>
          <pc:sldMk cId="0" sldId="286"/>
        </pc:sldMkLst>
      </pc:sldChg>
      <pc:sldChg chg="add">
        <pc:chgData name="Eyal Sadot" userId="9c57a40b-08c8-435b-851c-1854c25cf41d" providerId="ADAL" clId="{02003448-2CBC-42C7-80BD-DC4C07BEB2CD}" dt="2026-08-09T08:36:01.113" v="0"/>
        <pc:sldMkLst>
          <pc:docMk/>
          <pc:sldMk cId="0" sldId="287"/>
        </pc:sldMkLst>
      </pc:sldChg>
      <pc:sldChg chg="add ord">
        <pc:chgData name="Eyal Sadot" userId="9c57a40b-08c8-435b-851c-1854c25cf41d" providerId="ADAL" clId="{02003448-2CBC-42C7-80BD-DC4C07BEB2CD}" dt="2026-08-09T08:36:27.543" v="1"/>
        <pc:sldMkLst>
          <pc:docMk/>
          <pc:sldMk cId="0" sldId="288"/>
        </pc:sldMkLst>
      </pc:sldChg>
      <pc:sldChg chg="add">
        <pc:chgData name="Eyal Sadot" userId="9c57a40b-08c8-435b-851c-1854c25cf41d" providerId="ADAL" clId="{02003448-2CBC-42C7-80BD-DC4C07BEB2CD}" dt="2026-08-09T08:36:01.113" v="0"/>
        <pc:sldMkLst>
          <pc:docMk/>
          <pc:sldMk cId="0" sldId="289"/>
        </pc:sldMkLst>
      </pc:sldChg>
      <pc:sldChg chg="add">
        <pc:chgData name="Eyal Sadot" userId="9c57a40b-08c8-435b-851c-1854c25cf41d" providerId="ADAL" clId="{02003448-2CBC-42C7-80BD-DC4C07BEB2CD}" dt="2026-08-09T09:27:18.501" v="9"/>
        <pc:sldMkLst>
          <pc:docMk/>
          <pc:sldMk cId="0" sldId="290"/>
        </pc:sldMkLst>
      </pc:sldChg>
      <pc:sldChg chg="add">
        <pc:chgData name="Eyal Sadot" userId="9c57a40b-08c8-435b-851c-1854c25cf41d" providerId="ADAL" clId="{02003448-2CBC-42C7-80BD-DC4C07BEB2CD}" dt="2026-08-09T15:05:00.075" v="10"/>
        <pc:sldMkLst>
          <pc:docMk/>
          <pc:sldMk cId="0" sldId="291"/>
        </pc:sldMkLst>
      </pc:sldChg>
      <pc:sldChg chg="modSp add mod">
        <pc:chgData name="Eyal Sadot" userId="9c57a40b-08c8-435b-851c-1854c25cf41d" providerId="ADAL" clId="{02003448-2CBC-42C7-80BD-DC4C07BEB2CD}" dt="2026-08-09T15:07:29.397" v="24" actId="14100"/>
        <pc:sldMkLst>
          <pc:docMk/>
          <pc:sldMk cId="0" sldId="292"/>
        </pc:sldMkLst>
        <pc:spChg chg="mod">
          <ac:chgData name="Eyal Sadot" userId="9c57a40b-08c8-435b-851c-1854c25cf41d" providerId="ADAL" clId="{02003448-2CBC-42C7-80BD-DC4C07BEB2CD}" dt="2026-08-09T15:07:29.397" v="24" actId="14100"/>
          <ac:spMkLst>
            <pc:docMk/>
            <pc:sldMk cId="0" sldId="292"/>
            <ac:spMk id="10" creationId="{00000000-0000-0000-0000-000000000000}"/>
          </ac:spMkLst>
        </pc:spChg>
      </pc:sldChg>
      <pc:sldChg chg="addSp modSp add del mod setBg">
        <pc:chgData name="Eyal Sadot" userId="9c57a40b-08c8-435b-851c-1854c25cf41d" providerId="ADAL" clId="{02003448-2CBC-42C7-80BD-DC4C07BEB2CD}" dt="2026-08-09T15:25:47.452" v="40" actId="47"/>
        <pc:sldMkLst>
          <pc:docMk/>
          <pc:sldMk cId="0" sldId="293"/>
        </pc:sldMkLst>
        <pc:picChg chg="add mod">
          <ac:chgData name="Eyal Sadot" userId="9c57a40b-08c8-435b-851c-1854c25cf41d" providerId="ADAL" clId="{02003448-2CBC-42C7-80BD-DC4C07BEB2CD}" dt="2026-08-09T15:25:24.337" v="37" actId="1076"/>
          <ac:picMkLst>
            <pc:docMk/>
            <pc:sldMk cId="0" sldId="293"/>
            <ac:picMk id="3" creationId="{FFC91239-A223-E446-D711-F089873F7134}"/>
          </ac:picMkLst>
        </pc:picChg>
      </pc:sldChg>
      <pc:sldChg chg="add">
        <pc:chgData name="Eyal Sadot" userId="9c57a40b-08c8-435b-851c-1854c25cf41d" providerId="ADAL" clId="{02003448-2CBC-42C7-80BD-DC4C07BEB2CD}" dt="2026-08-09T15:24:38.428" v="34"/>
        <pc:sldMkLst>
          <pc:docMk/>
          <pc:sldMk cId="0" sldId="294"/>
        </pc:sldMkLst>
      </pc:sldChg>
      <pc:sldChg chg="add del">
        <pc:chgData name="Eyal Sadot" userId="9c57a40b-08c8-435b-851c-1854c25cf41d" providerId="ADAL" clId="{02003448-2CBC-42C7-80BD-DC4C07BEB2CD}" dt="2026-08-09T15:25:45.227" v="39" actId="47"/>
        <pc:sldMkLst>
          <pc:docMk/>
          <pc:sldMk cId="0"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28416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2E1ED7-A5E2-E434-90CB-2985AEA8CE6E}"/>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3FB50BF1-6323-6188-32E2-0AB50D0B784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1C2E2D15-7E11-D558-04F6-861EC1FE372D}"/>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3A461362-2BC8-E594-001F-647FF3E7FB0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8D74CD1-C3FC-0A4B-1549-3AF85DF2B13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924545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3655D5-7B76-BDB2-D9B2-433ECE4B24D1}"/>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IL"/>
          </a:p>
        </p:txBody>
      </p:sp>
      <p:sp>
        <p:nvSpPr>
          <p:cNvPr id="3" name="כותרת משנה 2">
            <a:extLst>
              <a:ext uri="{FF2B5EF4-FFF2-40B4-BE49-F238E27FC236}">
                <a16:creationId xmlns:a16="http://schemas.microsoft.com/office/drawing/2014/main" id="{C163DF22-3979-AEED-67F9-FFA6CD8B4A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IL"/>
          </a:p>
        </p:txBody>
      </p:sp>
      <p:sp>
        <p:nvSpPr>
          <p:cNvPr id="4" name="מציין מיקום של תאריך 3">
            <a:extLst>
              <a:ext uri="{FF2B5EF4-FFF2-40B4-BE49-F238E27FC236}">
                <a16:creationId xmlns:a16="http://schemas.microsoft.com/office/drawing/2014/main" id="{FDF4C6B0-6865-9368-4A2A-5F992B973D8B}"/>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C91AE897-159A-FE08-2B04-BEA2D209F8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142E9A4F-16BB-D175-FAA5-3926D3C0033E}"/>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817498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2E1ED7-A5E2-E434-90CB-2985AEA8CE6E}"/>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3FB50BF1-6323-6188-32E2-0AB50D0B784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1C2E2D15-7E11-D558-04F6-861EC1FE372D}"/>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3A461362-2BC8-E594-001F-647FF3E7FB0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8D74CD1-C3FC-0A4B-1549-3AF85DF2B13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442998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B75F83-BCB1-4B12-A816-9BFA8C0D45FB}"/>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C5416C64-EEAC-E597-C67C-8628531259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76EB92B-E76E-FBAB-C215-1FC745F3AA25}"/>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FAC925C5-1874-EC92-1041-5CB03A9712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2744C32C-730C-AAA6-1858-8CFC9B043813}"/>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52813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3961AAB-9C72-2379-0782-0BA4AD4A4E72}"/>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77F69A76-C002-A3EA-DCCD-1FABDD769BFE}"/>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תוכן 3">
            <a:extLst>
              <a:ext uri="{FF2B5EF4-FFF2-40B4-BE49-F238E27FC236}">
                <a16:creationId xmlns:a16="http://schemas.microsoft.com/office/drawing/2014/main" id="{82C4C56E-D457-2853-96BA-3127F904DB7F}"/>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של תאריך 4">
            <a:extLst>
              <a:ext uri="{FF2B5EF4-FFF2-40B4-BE49-F238E27FC236}">
                <a16:creationId xmlns:a16="http://schemas.microsoft.com/office/drawing/2014/main" id="{B0DEA4C6-3BF0-4249-2C99-647166635D3E}"/>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6455BA81-6A9D-13D2-A593-7A87C28EB787}"/>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122330C-FF64-3101-BE69-02E15C63124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504571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5C1FAC-5FF4-0B59-4531-3DD3B20D97D6}"/>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2B1611AB-ABBA-DA78-AB2E-3CD2D420A6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278590BE-75B3-1AD8-1BA7-297B072F5A7F}"/>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טקסט 4">
            <a:extLst>
              <a:ext uri="{FF2B5EF4-FFF2-40B4-BE49-F238E27FC236}">
                <a16:creationId xmlns:a16="http://schemas.microsoft.com/office/drawing/2014/main" id="{A85205DA-C2D3-42C8-876B-BE88FEC67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BBE61D1-0D81-A7BF-82F1-8C9AACAE800E}"/>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7" name="מציין מיקום של תאריך 6">
            <a:extLst>
              <a:ext uri="{FF2B5EF4-FFF2-40B4-BE49-F238E27FC236}">
                <a16:creationId xmlns:a16="http://schemas.microsoft.com/office/drawing/2014/main" id="{BE35E78D-9F79-340D-2AFF-FC6C7F03613C}"/>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8" name="מציין מיקום של כותרת תחתונה 7">
            <a:extLst>
              <a:ext uri="{FF2B5EF4-FFF2-40B4-BE49-F238E27FC236}">
                <a16:creationId xmlns:a16="http://schemas.microsoft.com/office/drawing/2014/main" id="{9CB09053-5BDF-1BC5-0BB4-09B3C7D8355D}"/>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42ADDDC0-B589-4E9A-8A3E-2F1BCBFAB7F9}"/>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680246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BF8E03-04EC-D433-5A50-C8DBBEF2DDF8}"/>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תאריך 2">
            <a:extLst>
              <a:ext uri="{FF2B5EF4-FFF2-40B4-BE49-F238E27FC236}">
                <a16:creationId xmlns:a16="http://schemas.microsoft.com/office/drawing/2014/main" id="{80D2DE77-9B1D-A8F6-39F2-83AB364C84E8}"/>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4" name="מציין מיקום של כותרת תחתונה 3">
            <a:extLst>
              <a:ext uri="{FF2B5EF4-FFF2-40B4-BE49-F238E27FC236}">
                <a16:creationId xmlns:a16="http://schemas.microsoft.com/office/drawing/2014/main" id="{76EB72B3-36E6-629C-E1BB-B7FE2C080499}"/>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49DA9D9B-DDFF-886C-E62B-5016B02FA06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58951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B3C9AF8F-1C68-F68D-8E47-5099453F8B24}"/>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3" name="מציין מיקום של כותרת תחתונה 2">
            <a:extLst>
              <a:ext uri="{FF2B5EF4-FFF2-40B4-BE49-F238E27FC236}">
                <a16:creationId xmlns:a16="http://schemas.microsoft.com/office/drawing/2014/main" id="{A8C2006C-C864-1BCA-350D-776A6C90DB05}"/>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BB80805E-A7D9-59B1-F7FE-DB493EB7E825}"/>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915900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CB6E9FD-BDCA-8615-5C76-9AE455484967}"/>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D9BEE56B-884A-FF20-6F16-78E1FFA482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טקסט 3">
            <a:extLst>
              <a:ext uri="{FF2B5EF4-FFF2-40B4-BE49-F238E27FC236}">
                <a16:creationId xmlns:a16="http://schemas.microsoft.com/office/drawing/2014/main" id="{1318CFB7-7D0E-5FF6-195E-0D12C73D77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FA9EA98F-4AB6-617B-0ACB-46F84A97ADE2}"/>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B5323F00-1778-747D-4CA3-7BE566ED1AE1}"/>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92B465A2-907D-FB84-6055-CBFCE4DE316C}"/>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16053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FA106A-289E-871F-F5F5-8CC8CADFDC2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של תמונה 2">
            <a:extLst>
              <a:ext uri="{FF2B5EF4-FFF2-40B4-BE49-F238E27FC236}">
                <a16:creationId xmlns:a16="http://schemas.microsoft.com/office/drawing/2014/main" id="{BEA8EC99-AB5D-08CE-C63E-479D1F26A8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מציין מיקום טקסט 3">
            <a:extLst>
              <a:ext uri="{FF2B5EF4-FFF2-40B4-BE49-F238E27FC236}">
                <a16:creationId xmlns:a16="http://schemas.microsoft.com/office/drawing/2014/main" id="{BB75CA46-2A8A-A500-73E6-574585BC6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9CE62B9-52EE-063D-A438-9E61AE1518C8}"/>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AA824396-F9DB-75DA-33C9-2B779900C1D4}"/>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EC378360-5782-0A4E-2B7D-485BDFF835B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4114539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3DEF039-C6BC-A819-D595-4A20803C28B3}"/>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03D74BD-55F5-0C77-6FD9-0CF39A901E51}"/>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5DAA8960-576B-9503-F8FD-760E173FB6AE}"/>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6A77FD7E-A75B-13CC-CDBB-C7134997A07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3E207FB3-3023-8836-8CD2-AEE0C530BD50}"/>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991567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133AF92A-CF65-F8BD-9C54-9BD4A8F66AF6}"/>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E3758F1-E76F-F635-23AE-297B21E242B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E53EEDB9-1BD2-CF0C-1B70-668C29D410A6}"/>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FC81EF60-A0DC-1B56-1082-11B50107110A}"/>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74F17FA-932C-6CCC-0DA8-3922C316EA71}"/>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2800882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DF0BBCCB-73E7-59B5-1FA6-454B65360E3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1956500C-A04C-EC5C-FB8B-FB20266DF7A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AA44FF6E-D523-BBE0-054B-C69A1CA7934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E3201DA7-8EE9-7183-0C56-4477E25239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IL"/>
          </a:p>
        </p:txBody>
      </p:sp>
      <p:sp>
        <p:nvSpPr>
          <p:cNvPr id="6" name="מציין מיקום של מספר שקופית 5">
            <a:extLst>
              <a:ext uri="{FF2B5EF4-FFF2-40B4-BE49-F238E27FC236}">
                <a16:creationId xmlns:a16="http://schemas.microsoft.com/office/drawing/2014/main" id="{A915B221-736A-9F3F-D305-29A35AB23CA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AE15F64-39BB-45C3-BBE5-65357DD70B42}" type="slidenum">
              <a:rPr lang="en-IL" smtClean="0"/>
              <a:t>‹#›</a:t>
            </a:fld>
            <a:endParaRPr lang="en-IL"/>
          </a:p>
        </p:txBody>
      </p:sp>
    </p:spTree>
    <p:extLst>
      <p:ext uri="{BB962C8B-B14F-4D97-AF65-F5344CB8AC3E}">
        <p14:creationId xmlns:p14="http://schemas.microsoft.com/office/powerpoint/2010/main" val="282525317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spinashield.png"/><Relationship Id="rId11" Type="http://schemas.openxmlformats.org/officeDocument/2006/relationships/image" Target="../media/image87.png"/></Relationships>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145" name="Text Panel"/>
          <p:cNvSpPr/>
          <p:nvPr/>
        </p:nvSpPr>
        <p:spPr>
          <a:xfrm>
            <a:off x="7484346" y="208305"/>
            <a:ext cx="4559836" cy="5920587"/>
          </a:xfrm>
          <a:prstGeom prst="snip1Rect">
            <a:avLst>
              <a:gd name="adj" fmla="val 4663"/>
            </a:avLst>
          </a:prstGeom>
          <a:solidFill>
            <a:srgbClr val="FFFFFF"/>
          </a:solidFill>
          <a:ln w="25400">
            <a:solidFill>
              <a:srgbClr val="FFD500"/>
            </a:solidFill>
          </a:ln>
        </p:spPr>
        <p:txBody>
          <a:bodyPr/>
          <a:lstStyle/>
          <a:p>
            <a:pPr marL="0" marR="0" lvl="0" indent="0" algn="r" defTabSz="914400" rtl="1" eaLnBrk="1" fontAlgn="auto" latinLnBrk="0" hangingPunct="1">
              <a:lnSpc>
                <a:spcPct val="100000"/>
              </a:lnSpc>
              <a:spcBef>
                <a:spcPts val="0"/>
              </a:spcBef>
              <a:spcAft>
                <a:spcPts val="0"/>
              </a:spcAft>
              <a:buNone/>
              <a:tabLst/>
              <a:defRPr/>
            </a:pPr>
            <a:endParaRPr kumimoji="0" lang="he-IL" sz="1800" b="0" i="0" u="none" strike="noStrike" kern="1200" cap="none" spc="0" normalizeH="0" baseline="0" noProof="0">
              <a:ln>
                <a:noFill/>
              </a:ln>
              <a:solidFill>
                <a:prstClr val="black"/>
              </a:solidFill>
              <a:effectLst/>
              <a:uLnTx/>
              <a:uFillTx/>
              <a:latin typeface="Calibri"/>
              <a:ea typeface="+mn-ea"/>
              <a:cs typeface="Arial"/>
            </a:endParaRPr>
          </a:p>
        </p:txBody>
      </p:sp>
      <p:sp>
        <p:nvSpPr>
          <p:cNvPr id="143" name="TextBox 143"/>
          <p:cNvSpPr txBox="1"/>
          <p:nvPr/>
        </p:nvSpPr>
        <p:spPr>
          <a:xfrm>
            <a:off x="7667226" y="391185"/>
            <a:ext cx="4276956" cy="469422"/>
          </a:xfrm>
          <a:prstGeom prst="rect">
            <a:avLst/>
          </a:prstGeom>
          <a:noFill/>
          <a:ln>
            <a:noFill/>
          </a:ln>
        </p:spPr>
        <p:txBody>
          <a:bodyPr wrap="square" lIns="0" tIns="0" rIns="0" bIns="0" rtlCol="0" anchor="t">
            <a:noAutofit/>
          </a:bodyPr>
          <a:lstStyle/>
          <a:p>
            <a:pPr marL="0" marR="0" lvl="0" indent="0" algn="r" defTabSz="914400" rtl="0" eaLnBrk="1" fontAlgn="auto" latinLnBrk="0" hangingPunct="1">
              <a:lnSpc>
                <a:spcPct val="115000"/>
              </a:lnSpc>
              <a:spcBef>
                <a:spcPts val="0"/>
              </a:spcBef>
              <a:spcAft>
                <a:spcPts val="0"/>
              </a:spcAft>
              <a:buNone/>
              <a:tabLst/>
              <a:defRPr/>
            </a:pPr>
            <a:r>
              <a:rPr kumimoji="0" lang="en-US" sz="2200" b="1" i="1" u="none" strike="noStrike" kern="1200" cap="none" spc="0" normalizeH="0" baseline="0" noProof="0" dirty="0">
                <a:ln>
                  <a:noFill/>
                </a:ln>
                <a:solidFill>
                  <a:srgbClr val="8C6A00"/>
                </a:solidFill>
                <a:effectLst/>
                <a:uLnTx/>
                <a:uFillTx/>
                <a:latin typeface="Arial"/>
                <a:ea typeface="+mn-ea"/>
                <a:cs typeface="+mn-cs"/>
              </a:rPr>
              <a:t>POSTURE CARE</a:t>
            </a:r>
          </a:p>
        </p:txBody>
      </p:sp>
      <p:pic>
        <p:nvPicPr>
          <p:cNvPr id="144" name="SpinaShield Product"/>
          <p:cNvPicPr>
            <a:picLocks noChangeAspect="1"/>
          </p:cNvPicPr>
          <p:nvPr/>
        </p:nvPicPr>
        <p:blipFill>
          <a:blip r:embed="rId10"/>
          <a:stretch>
            <a:fillRect/>
          </a:stretch>
        </p:blipFill>
        <p:spPr>
          <a:xfrm>
            <a:off x="2126623" y="950000"/>
            <a:ext cx="3413980" cy="4950000"/>
          </a:xfrm>
          <a:prstGeom prst="rect">
            <a:avLst/>
          </a:prstGeom>
        </p:spPr>
      </p:pic>
      <p:sp>
        <p:nvSpPr>
          <p:cNvPr id="146" name="TextBox 146"/>
          <p:cNvSpPr txBox="1"/>
          <p:nvPr/>
        </p:nvSpPr>
        <p:spPr>
          <a:xfrm>
            <a:off x="7928016" y="1440000"/>
            <a:ext cx="3442428" cy="9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2000" b="1" i="1" u="none" strike="noStrike" kern="1200" cap="none" spc="0" normalizeH="0" baseline="0" noProof="0" dirty="0">
                <a:ln>
                  <a:noFill/>
                </a:ln>
                <a:solidFill>
                  <a:srgbClr val="1B3A6B"/>
                </a:solidFill>
                <a:effectLst/>
                <a:uLnTx/>
                <a:uFillTx/>
                <a:latin typeface="Arial"/>
                <a:ea typeface="+mn-ea"/>
                <a:cs typeface="+mn-cs"/>
              </a:rPr>
              <a:t>SpinaShield</a:t>
            </a:r>
          </a:p>
          <a:p>
            <a:pPr marL="0" marR="0" lvl="0" indent="0" algn="l" defTabSz="914400" rtl="0" eaLnBrk="1" fontAlgn="auto" latinLnBrk="0" hangingPunct="1">
              <a:lnSpc>
                <a:spcPct val="115000"/>
              </a:lnSpc>
              <a:spcBef>
                <a:spcPts val="0"/>
              </a:spcBef>
              <a:spcAft>
                <a:spcPts val="0"/>
              </a:spcAft>
              <a:buNone/>
              <a:tabLst/>
              <a:defRPr/>
            </a:pPr>
            <a:r>
              <a:rPr kumimoji="0" lang="en-US" sz="2000" b="1" i="1" u="none" strike="noStrike" kern="1200" cap="none" spc="0" normalizeH="0" baseline="0" noProof="0" dirty="0">
                <a:ln>
                  <a:noFill/>
                </a:ln>
                <a:solidFill>
                  <a:srgbClr val="1B3A6B"/>
                </a:solidFill>
                <a:effectLst/>
                <a:uLnTx/>
                <a:uFillTx/>
                <a:latin typeface="Arial"/>
                <a:ea typeface="+mn-ea"/>
                <a:cs typeface="+mn-cs"/>
              </a:rPr>
              <a:t>Posture Corrector Belt</a:t>
            </a:r>
          </a:p>
        </p:txBody>
      </p:sp>
      <p:sp>
        <p:nvSpPr>
          <p:cNvPr id="147" name="TextBox 147"/>
          <p:cNvSpPr txBox="1"/>
          <p:nvPr/>
        </p:nvSpPr>
        <p:spPr>
          <a:xfrm>
            <a:off x="7928016" y="2470000"/>
            <a:ext cx="3442428" cy="4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300" b="1" i="1" u="none" strike="noStrike" kern="1200" cap="none" spc="0" normalizeH="0" baseline="0" noProof="0" dirty="0">
                <a:ln>
                  <a:noFill/>
                </a:ln>
                <a:solidFill>
                  <a:srgbClr val="8C6A00"/>
                </a:solidFill>
                <a:effectLst/>
                <a:uLnTx/>
                <a:uFillTx/>
                <a:latin typeface="Arial"/>
                <a:ea typeface="+mn-ea"/>
                <a:cs typeface="+mn-cs"/>
              </a:rPr>
              <a:t>FOR SPINE AND SHOULDERS</a:t>
            </a:r>
          </a:p>
        </p:txBody>
      </p:sp>
      <p:sp>
        <p:nvSpPr>
          <p:cNvPr id="148" name="TextBox 148"/>
          <p:cNvSpPr txBox="1"/>
          <p:nvPr/>
        </p:nvSpPr>
        <p:spPr>
          <a:xfrm>
            <a:off x="7928016" y="2950000"/>
            <a:ext cx="3442428" cy="1650000"/>
          </a:xfrm>
          <a:prstGeom prst="rect">
            <a:avLst/>
          </a:prstGeom>
          <a:noFill/>
          <a:ln>
            <a:noFill/>
          </a:ln>
        </p:spPr>
        <p:txBody>
          <a:bodyPr wrap="square" lIns="0" tIns="0" rIns="0" bIns="0" rtlCol="0" anchor="t">
            <a:noAutofit/>
          </a:bodyPr>
          <a:lstStyle/>
          <a:p>
            <a:pPr marL="0" marR="0" lvl="0" indent="0" algn="just" defTabSz="914400" rtl="0" eaLnBrk="1" fontAlgn="auto" latinLnBrk="0" hangingPunct="1">
              <a:lnSpc>
                <a:spcPct val="115000"/>
              </a:lnSpc>
              <a:spcBef>
                <a:spcPts val="0"/>
              </a:spcBef>
              <a:spcAft>
                <a:spcPts val="0"/>
              </a:spcAft>
              <a:buNone/>
              <a:tabLst/>
              <a:defRPr/>
            </a:pPr>
            <a:r>
              <a:rPr kumimoji="0" lang="en-US" sz="1200" b="0" i="0" u="none" strike="noStrike" kern="1200" cap="none" spc="0" normalizeH="0" baseline="0" noProof="0" dirty="0">
                <a:ln>
                  <a:noFill/>
                </a:ln>
                <a:solidFill>
                  <a:srgbClr val="1B3A6B"/>
                </a:solidFill>
                <a:effectLst/>
                <a:uLnTx/>
                <a:uFillTx/>
                <a:latin typeface="Calibri"/>
                <a:ea typeface="+mn-ea"/>
                <a:cs typeface="+mn-cs"/>
              </a:rPr>
              <a:t>Advanced and lightweight posture corrector designed to improve spinal alignment and reduce upper back and shoulder pain. Featuring comfortable, adjustable straps, it supports upright posture, relieves muscle tension, and encourages natural movement.</a:t>
            </a:r>
          </a:p>
        </p:txBody>
      </p:sp>
      <p:sp>
        <p:nvSpPr>
          <p:cNvPr id="149" name="TextBox 149"/>
          <p:cNvSpPr txBox="1"/>
          <p:nvPr/>
        </p:nvSpPr>
        <p:spPr>
          <a:xfrm>
            <a:off x="7928016" y="4680000"/>
            <a:ext cx="3442428" cy="1200000"/>
          </a:xfrm>
          <a:prstGeom prst="rect">
            <a:avLst/>
          </a:prstGeom>
          <a:noFill/>
          <a:ln>
            <a:noFill/>
          </a:ln>
        </p:spPr>
        <p:txBody>
          <a:bodyPr wrap="square" lIns="0" tIns="0" rIns="0" bIns="0" rtlCol="0" anchor="t">
            <a:noAutofit/>
          </a:bodyPr>
          <a:lstStyle/>
          <a:p>
            <a:pPr marL="228600" marR="0" lvl="0" indent="-228600" algn="l" defTabSz="914400" rtl="0" eaLnBrk="1" fontAlgn="auto" latinLnBrk="0" hangingPunct="1">
              <a:lnSpc>
                <a:spcPct val="115000"/>
              </a:lnSpc>
              <a:spcBef>
                <a:spcPts val="0"/>
              </a:spcBef>
              <a:spcAft>
                <a:spcPts val="0"/>
              </a:spcAft>
              <a:buClr>
                <a:srgbClr val="8C6A00"/>
              </a:buClr>
              <a:buFont typeface="Arial"/>
              <a:buChar char="•"/>
              <a:tabLst/>
              <a:defRPr/>
            </a:pPr>
            <a:r>
              <a:rPr kumimoji="0" lang="en-US" sz="1200" b="0" i="0" u="none" strike="noStrike" kern="1200" cap="none" spc="0" normalizeH="0" baseline="0" noProof="0" dirty="0">
                <a:ln>
                  <a:noFill/>
                </a:ln>
                <a:solidFill>
                  <a:srgbClr val="1B3A6B"/>
                </a:solidFill>
                <a:effectLst/>
                <a:uLnTx/>
                <a:uFillTx/>
                <a:latin typeface="Calibri"/>
                <a:ea typeface="+mn-ea"/>
                <a:cs typeface="+mn-cs"/>
              </a:rPr>
              <a:t>Supports natural spinal alignment.</a:t>
            </a:r>
          </a:p>
          <a:p>
            <a:pPr marL="228600" marR="0" lvl="0" indent="-228600" algn="l" defTabSz="914400" rtl="0" eaLnBrk="1" fontAlgn="auto" latinLnBrk="0" hangingPunct="1">
              <a:lnSpc>
                <a:spcPct val="115000"/>
              </a:lnSpc>
              <a:spcBef>
                <a:spcPts val="400"/>
              </a:spcBef>
              <a:spcAft>
                <a:spcPts val="0"/>
              </a:spcAft>
              <a:buClr>
                <a:srgbClr val="8C6A00"/>
              </a:buClr>
              <a:buFont typeface="Arial"/>
              <a:buChar char="•"/>
              <a:tabLst/>
              <a:defRPr/>
            </a:pPr>
            <a:r>
              <a:rPr kumimoji="0" lang="en-US" sz="1200" b="0" i="0" u="none" strike="noStrike" kern="1200" cap="none" spc="0" normalizeH="0" baseline="0" noProof="0" dirty="0">
                <a:ln>
                  <a:noFill/>
                </a:ln>
                <a:solidFill>
                  <a:srgbClr val="1B3A6B"/>
                </a:solidFill>
                <a:effectLst/>
                <a:uLnTx/>
                <a:uFillTx/>
                <a:latin typeface="Calibri"/>
                <a:ea typeface="+mn-ea"/>
                <a:cs typeface="+mn-cs"/>
              </a:rPr>
              <a:t>Helps relieve neck and upper back pain.</a:t>
            </a:r>
          </a:p>
          <a:p>
            <a:pPr marL="228600" marR="0" lvl="0" indent="-228600" algn="l" defTabSz="914400" rtl="0" eaLnBrk="1" fontAlgn="auto" latinLnBrk="0" hangingPunct="1">
              <a:lnSpc>
                <a:spcPct val="115000"/>
              </a:lnSpc>
              <a:spcBef>
                <a:spcPts val="400"/>
              </a:spcBef>
              <a:spcAft>
                <a:spcPts val="0"/>
              </a:spcAft>
              <a:buClr>
                <a:srgbClr val="8C6A00"/>
              </a:buClr>
              <a:buFont typeface="Arial"/>
              <a:buChar char="•"/>
              <a:tabLst/>
              <a:defRPr/>
            </a:pPr>
            <a:r>
              <a:rPr kumimoji="0" lang="en-US" sz="1200" b="0" i="0" u="none" strike="noStrike" kern="1200" cap="none" spc="0" normalizeH="0" baseline="0" noProof="0" dirty="0">
                <a:ln>
                  <a:noFill/>
                </a:ln>
                <a:solidFill>
                  <a:srgbClr val="1B3A6B"/>
                </a:solidFill>
                <a:effectLst/>
                <a:uLnTx/>
                <a:uFillTx/>
                <a:latin typeface="Calibri"/>
                <a:ea typeface="+mn-ea"/>
                <a:cs typeface="+mn-cs"/>
              </a:rPr>
              <a:t>Discreet, slim, and comfortable for everyday use.</a:t>
            </a:r>
          </a:p>
        </p:txBody>
      </p:sp>
      <p:pic>
        <p:nvPicPr>
          <p:cNvPr id="150" name="Footer"/>
          <p:cNvPicPr>
            <a:picLocks noChangeAspect="1"/>
          </p:cNvPicPr>
          <p:nvPr/>
        </p:nvPicPr>
        <p:blipFill>
          <a:blip r:embed="rId11"/>
          <a:stretch>
            <a:fillRect/>
          </a:stretch>
        </p:blipFill>
        <p:spPr>
          <a:xfrm>
            <a:off x="0" y="6222492"/>
            <a:ext cx="12191695" cy="4952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1495</Words>
  <Application>Microsoft Office PowerPoint</Application>
  <PresentationFormat>מסך רחב</PresentationFormat>
  <Paragraphs>313</Paragraphs>
  <Slides>35</Slides>
  <Notes>10</Notes>
  <HiddenSlides>0</HiddenSlides>
  <MMClips>0</MMClips>
  <ScaleCrop>false</ScaleCrop>
  <HeadingPairs>
    <vt:vector size="6" baseType="variant">
      <vt:variant>
        <vt:lpstr>גופנים בשימוש</vt:lpstr>
      </vt:variant>
      <vt:variant>
        <vt:i4>4</vt:i4>
      </vt:variant>
      <vt:variant>
        <vt:lpstr>ערכת נושא</vt:lpstr>
      </vt:variant>
      <vt:variant>
        <vt:i4>2</vt:i4>
      </vt:variant>
      <vt:variant>
        <vt:lpstr>כותרות שקופיות</vt:lpstr>
      </vt:variant>
      <vt:variant>
        <vt:i4>35</vt:i4>
      </vt:variant>
    </vt:vector>
  </HeadingPairs>
  <TitlesOfParts>
    <vt:vector size="41" baseType="lpstr">
      <vt:lpstr>Aptos</vt:lpstr>
      <vt:lpstr>Arial</vt:lpstr>
      <vt:lpstr>Calibri</vt:lpstr>
      <vt:lpstr>Calibri Light</vt:lpstr>
      <vt:lpstr>Office Theme</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Eyal Sadot</cp:lastModifiedBy>
  <cp:revision>3</cp:revision>
  <dcterms:created xsi:type="dcterms:W3CDTF">2026-08-02T08:27:24Z</dcterms:created>
  <dcterms:modified xsi:type="dcterms:W3CDTF">2026-08-09T15:25:47Z</dcterms:modified>
</cp:coreProperties>
</file>