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8FAF5F-7EAB-1A40-965D-CF5113F6D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649235D-0144-7132-0F79-BACC776A6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DF49557-C215-B002-AA24-30208608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325554F-7F43-3014-8E32-F642F0EF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8D7F18-B82D-7923-7196-E10AE402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103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5886EC-9C2D-8E59-C3E2-75AC653F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7333014-43F3-F114-0F66-2232E18C7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2DB062-0BDF-811A-6899-1B0FDFFF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D84C41-50B2-BE13-16BC-660F52C8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CDE789-3C3B-9F87-DF2D-716681E5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343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080BC1-1246-6AC2-BC1C-F4751CC1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6973530-02D6-6681-77E6-7690568C2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3E48EB-D55B-282B-A5C7-A18CE5F4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57D017-E9E8-C7E5-A2E2-CAAA5F60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020A4E4-0E4E-D545-E92D-CF51C3B3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73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40C0B3-A733-6786-1D2D-86297B9A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F628AC3-6DE3-D306-E8C2-2710D6CF8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1E94404-874B-1252-EE16-D99B4D58D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23B06C5-86EF-50D9-1DC5-8A48522D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E8E097-FFBE-7295-A4DB-CBBB03DF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A213690-FB34-6B09-1814-FA20BCD4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023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5A55BC-77C5-352D-09C7-458EECD0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23DDA44-719C-400D-09BB-1C2ED3DB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8AB9D9C-9DF3-F40A-7A36-B05B81021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8754F93-445B-46B2-E27D-BC0D37E6D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FBCA2F3-A1D5-9019-D72D-732E2664B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FAB8DD3-7010-64C4-2EEB-ED038DFC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DBF0C73D-A4E2-3A89-98A3-796207B0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A9EAEFE9-2DAD-5BBC-53C6-422BD3CF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912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2C368D-193C-DAFB-759E-06582002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FAA42EA-C0E7-5A48-7E8D-DFEFC09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D96C535-4736-BDCE-121C-63216C43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403FF5A-4C52-9969-C932-1870B08F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534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C7226A4-9B26-4FDF-47E6-96F9BC56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38CD6F3-DF27-4474-5168-1EFAFDFA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1CDBDAA-A81F-CC70-7752-F1A3E4B6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887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376B1C-FAC1-352D-C8CE-518A2FEB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7A60314-2E38-8F88-830E-5A99552CF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8CC6174-41D8-B827-67FD-052A65C56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6C0B213-A7F9-458E-2D64-1C38A983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6353CB0-FBE1-AF77-2596-034C0302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06828E8-1E7D-B630-5018-7CAA4A4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70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699054-2F16-2292-99E2-D8331CB5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D56335D-2A02-9FA6-FB1A-A7D3E9637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7C98BFC-6001-C300-69F4-A4D0F1835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8F51309-2120-49C6-0EA7-7C372855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3A2653E-A6D8-639A-40FD-2CA66571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0E9E946-AB7E-B3BD-FC37-F2A6F217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757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D34FF6-74DA-5B36-6DB5-34387473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174E9BB-FDA5-FD4C-E64F-EFDD6ED27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A5FF8E-A5A5-D87E-C345-DF177324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2C7150-CB40-69A4-7EA7-65494AF35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60B9C4B-2CDD-E2A2-65A7-5FEF4998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741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3BA36A2-D4EB-FC16-AC8D-BC278D5BE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DF3A59-3025-E3A1-0D29-46C960C40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990BDF-1E8D-BC10-B528-CA23BBD8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D80FD5-33E8-F78D-BCCD-09D620F8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2835E0-9CFD-4FE9-89A9-24F437A7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81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EEE9349-1638-39E8-44B0-6430E8D3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4683868-4A99-2B4A-6F53-2FE8DC9BA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62E5A38-CEE4-C602-BD04-40A09FCCE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E51D4-2627-414A-AF24-4171B3E5611D}" type="datetimeFigureOut">
              <a:rPr lang="he-IL" smtClean="0"/>
              <a:t>כ"ה/אב/תשפ"ו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5D5C7F5-366E-7832-5535-6CE58F728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C2B34A6-C04B-19C2-7966-B4C1EC755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6E635-5040-4D4A-B6F4-DDD638C2537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57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Relationship Id="rId3" Type="http://schemas.openxmlformats.org/officeDocument/2006/relationships/image" Target="../media/woma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rner Frame"/>
          <p:cNvSpPr/>
          <p:nvPr/>
        </p:nvSpPr>
        <p:spPr>
          <a:xfrm>
            <a:off x="300000" y="300000"/>
            <a:ext cx="11592000" cy="6258000"/>
          </a:xfrm>
          <a:prstGeom prst="snip1Rect">
            <a:avLst>
              <a:gd name="adj" fmla="val 75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ORTHOPEDICS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90" y="822960"/>
            <a:ext cx="7317610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2026-08-08T12:12:07Z</dcterms:created>
  <dcterms:modified xsi:type="dcterms:W3CDTF">2026-08-08T12:12:22Z</dcterms:modified>
</cp:coreProperties>
</file>