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1" r:id="rId1"/>
  </p:sldMasterIdLst>
  <p:notesMasterIdLst>
    <p:notesMasterId r:id="rId3"/>
  </p:notesMasterIdLst>
  <p:sldIdLst>
    <p:sldId id="287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7AB6984-0309-4DD9-81D1-EA97B41D9843}" type="datetimeFigureOut">
              <a:rPr lang="he-IL" smtClean="0"/>
              <a:t>א'/אלול/תשפ"ו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2282D2D-C8DF-4586-9A3B-F06C9DEEFC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201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77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799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12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7863840" y="-274320"/>
            <a:ext cx="0" cy="29260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 rot="1320000">
            <a:off x="8275320" y="-274320"/>
            <a:ext cx="0" cy="31546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 rot="1320000">
            <a:off x="8686800" y="-274320"/>
            <a:ext cx="0" cy="33832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rot="1320000">
            <a:off x="9098280" y="-274320"/>
            <a:ext cx="0" cy="36118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 rot="1320000">
            <a:off x="9509760" y="-274320"/>
            <a:ext cx="0" cy="38404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0" name="Grid V"/>
          <p:cNvSpPr/>
          <p:nvPr/>
        </p:nvSpPr>
        <p:spPr>
          <a:xfrm>
            <a:off x="6500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1" name="Grid V"/>
          <p:cNvSpPr/>
          <p:nvPr/>
        </p:nvSpPr>
        <p:spPr>
          <a:xfrm>
            <a:off x="7008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2" name="Grid V"/>
          <p:cNvSpPr/>
          <p:nvPr/>
        </p:nvSpPr>
        <p:spPr>
          <a:xfrm>
            <a:off x="7516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3" name="Grid V"/>
          <p:cNvSpPr/>
          <p:nvPr/>
        </p:nvSpPr>
        <p:spPr>
          <a:xfrm>
            <a:off x="8024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4" name="Grid V"/>
          <p:cNvSpPr/>
          <p:nvPr/>
        </p:nvSpPr>
        <p:spPr>
          <a:xfrm>
            <a:off x="8532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5" name="Grid V"/>
          <p:cNvSpPr/>
          <p:nvPr/>
        </p:nvSpPr>
        <p:spPr>
          <a:xfrm>
            <a:off x="9040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6" name="Grid V"/>
          <p:cNvSpPr/>
          <p:nvPr/>
        </p:nvSpPr>
        <p:spPr>
          <a:xfrm>
            <a:off x="9548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7" name="Grid V"/>
          <p:cNvSpPr/>
          <p:nvPr/>
        </p:nvSpPr>
        <p:spPr>
          <a:xfrm>
            <a:off x="10056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8" name="Grid V"/>
          <p:cNvSpPr/>
          <p:nvPr/>
        </p:nvSpPr>
        <p:spPr>
          <a:xfrm>
            <a:off x="10564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09" name="Grid V"/>
          <p:cNvSpPr/>
          <p:nvPr/>
        </p:nvSpPr>
        <p:spPr>
          <a:xfrm>
            <a:off x="11072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0" name="Grid V"/>
          <p:cNvSpPr/>
          <p:nvPr/>
        </p:nvSpPr>
        <p:spPr>
          <a:xfrm>
            <a:off x="11580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1" name="Grid V"/>
          <p:cNvSpPr/>
          <p:nvPr/>
        </p:nvSpPr>
        <p:spPr>
          <a:xfrm>
            <a:off x="12088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2" name="Grid H"/>
          <p:cNvSpPr/>
          <p:nvPr/>
        </p:nvSpPr>
        <p:spPr>
          <a:xfrm>
            <a:off x="6500000" y="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3" name="Grid H"/>
          <p:cNvSpPr/>
          <p:nvPr/>
        </p:nvSpPr>
        <p:spPr>
          <a:xfrm>
            <a:off x="6500000" y="508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4" name="Grid H"/>
          <p:cNvSpPr/>
          <p:nvPr/>
        </p:nvSpPr>
        <p:spPr>
          <a:xfrm>
            <a:off x="6500000" y="1016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5" name="Grid H"/>
          <p:cNvSpPr/>
          <p:nvPr/>
        </p:nvSpPr>
        <p:spPr>
          <a:xfrm>
            <a:off x="6500000" y="1524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6" name="Grid H"/>
          <p:cNvSpPr/>
          <p:nvPr/>
        </p:nvSpPr>
        <p:spPr>
          <a:xfrm>
            <a:off x="6500000" y="2032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7" name="Grid H"/>
          <p:cNvSpPr/>
          <p:nvPr/>
        </p:nvSpPr>
        <p:spPr>
          <a:xfrm>
            <a:off x="6500000" y="2540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8" name="Grid H"/>
          <p:cNvSpPr/>
          <p:nvPr/>
        </p:nvSpPr>
        <p:spPr>
          <a:xfrm>
            <a:off x="6500000" y="3048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9" name="Grid H"/>
          <p:cNvSpPr/>
          <p:nvPr/>
        </p:nvSpPr>
        <p:spPr>
          <a:xfrm>
            <a:off x="6500000" y="3556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0" name="Grid H"/>
          <p:cNvSpPr/>
          <p:nvPr/>
        </p:nvSpPr>
        <p:spPr>
          <a:xfrm>
            <a:off x="6500000" y="4064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1" name="Grid H"/>
          <p:cNvSpPr/>
          <p:nvPr/>
        </p:nvSpPr>
        <p:spPr>
          <a:xfrm>
            <a:off x="6500000" y="4572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2" name="Grid H"/>
          <p:cNvSpPr/>
          <p:nvPr/>
        </p:nvSpPr>
        <p:spPr>
          <a:xfrm>
            <a:off x="6500000" y="5080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3" name="Grid H"/>
          <p:cNvSpPr/>
          <p:nvPr/>
        </p:nvSpPr>
        <p:spPr>
          <a:xfrm>
            <a:off x="6500000" y="5588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4" name="Grid H"/>
          <p:cNvSpPr/>
          <p:nvPr/>
        </p:nvSpPr>
        <p:spPr>
          <a:xfrm>
            <a:off x="6500000" y="6096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5" name="Grid H"/>
          <p:cNvSpPr/>
          <p:nvPr/>
        </p:nvSpPr>
        <p:spPr>
          <a:xfrm>
            <a:off x="6500000" y="6604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6" name="Circuit"/>
          <p:cNvSpPr/>
          <p:nvPr/>
        </p:nvSpPr>
        <p:spPr>
          <a:xfrm>
            <a:off x="7300000" y="120000"/>
            <a:ext cx="4400000" cy="180000"/>
          </a:xfrm>
          <a:custGeom>
            <a:avLst/>
            <a:gdLst/>
            <a:ahLst/>
            <a:cxnLst/>
            <a:rect l="0" t="0" r="0" b="0"/>
            <a:pathLst>
              <a:path w="4400000" h="180000">
                <a:moveTo>
                  <a:pt x="0" y="180000"/>
                </a:moveTo>
                <a:lnTo>
                  <a:pt x="1900000" y="180000"/>
                </a:lnTo>
                <a:lnTo>
                  <a:pt x="1900000" y="0"/>
                </a:lnTo>
                <a:lnTo>
                  <a:pt x="4400000" y="0"/>
                </a:lnTo>
              </a:path>
            </a:pathLst>
          </a:custGeom>
          <a:noFill/>
          <a:ln w="19050">
            <a:solidFill>
              <a:srgbClr val="FFD500">
                <a:alpha val="70000"/>
              </a:srgbClr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7" name="Circuit"/>
          <p:cNvSpPr/>
          <p:nvPr/>
        </p:nvSpPr>
        <p:spPr>
          <a:xfrm>
            <a:off x="11450000" y="700000"/>
            <a:ext cx="300000" cy="4500000"/>
          </a:xfrm>
          <a:custGeom>
            <a:avLst/>
            <a:gdLst/>
            <a:ahLst/>
            <a:cxnLst/>
            <a:rect l="0" t="0" r="0" b="0"/>
            <a:pathLst>
              <a:path w="300000" h="4500000">
                <a:moveTo>
                  <a:pt x="0" y="0"/>
                </a:moveTo>
                <a:lnTo>
                  <a:pt x="0" y="1500000"/>
                </a:lnTo>
                <a:lnTo>
                  <a:pt x="300000" y="1500000"/>
                </a:lnTo>
                <a:lnTo>
                  <a:pt x="300000" y="3300000"/>
                </a:lnTo>
                <a:lnTo>
                  <a:pt x="100000" y="3300000"/>
                </a:lnTo>
                <a:lnTo>
                  <a:pt x="100000" y="4500000"/>
                </a:lnTo>
              </a:path>
            </a:pathLst>
          </a:custGeom>
          <a:noFill/>
          <a:ln w="19050">
            <a:solidFill>
              <a:srgbClr val="FFD500">
                <a:alpha val="70000"/>
              </a:srgbClr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8" name="Circuit"/>
          <p:cNvSpPr/>
          <p:nvPr/>
        </p:nvSpPr>
        <p:spPr>
          <a:xfrm>
            <a:off x="7300000" y="5970000"/>
            <a:ext cx="3500000" cy="204957"/>
          </a:xfrm>
          <a:custGeom>
            <a:avLst/>
            <a:gdLst/>
            <a:ahLst/>
            <a:cxnLst/>
            <a:rect l="0" t="0" r="0" b="0"/>
            <a:pathLst>
              <a:path w="3500000" h="80000">
                <a:moveTo>
                  <a:pt x="0" y="80000"/>
                </a:moveTo>
                <a:lnTo>
                  <a:pt x="2200000" y="80000"/>
                </a:lnTo>
                <a:lnTo>
                  <a:pt x="2200000" y="0"/>
                </a:lnTo>
                <a:lnTo>
                  <a:pt x="3500000" y="0"/>
                </a:lnTo>
              </a:path>
            </a:pathLst>
          </a:custGeom>
          <a:noFill/>
          <a:ln w="19050">
            <a:solidFill>
              <a:srgbClr val="FFD500">
                <a:alpha val="70000"/>
              </a:srgbClr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9" name="Glow Dot"/>
          <p:cNvSpPr/>
          <p:nvPr/>
        </p:nvSpPr>
        <p:spPr>
          <a:xfrm>
            <a:off x="7265000" y="265000"/>
            <a:ext cx="70000" cy="7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0" name="Glow Dot"/>
          <p:cNvSpPr/>
          <p:nvPr/>
        </p:nvSpPr>
        <p:spPr>
          <a:xfrm>
            <a:off x="11652500" y="72500"/>
            <a:ext cx="95000" cy="95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1" name="Glow Dot"/>
          <p:cNvSpPr/>
          <p:nvPr/>
        </p:nvSpPr>
        <p:spPr>
          <a:xfrm>
            <a:off x="11720000" y="2170000"/>
            <a:ext cx="60000" cy="6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2" name="Glow Dot"/>
          <p:cNvSpPr/>
          <p:nvPr/>
        </p:nvSpPr>
        <p:spPr>
          <a:xfrm>
            <a:off x="11507500" y="5157500"/>
            <a:ext cx="85000" cy="85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3" name="Glow Dot"/>
          <p:cNvSpPr/>
          <p:nvPr/>
        </p:nvSpPr>
        <p:spPr>
          <a:xfrm>
            <a:off x="7270000" y="6143488"/>
            <a:ext cx="60000" cy="6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4" name="Glow Dot"/>
          <p:cNvSpPr/>
          <p:nvPr/>
        </p:nvSpPr>
        <p:spPr>
          <a:xfrm>
            <a:off x="10275000" y="225000"/>
            <a:ext cx="50000" cy="5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5" name="Glow Dot"/>
          <p:cNvSpPr/>
          <p:nvPr/>
        </p:nvSpPr>
        <p:spPr>
          <a:xfrm>
            <a:off x="11879000" y="3179000"/>
            <a:ext cx="42000" cy="42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6" name="Glow Dot"/>
          <p:cNvSpPr/>
          <p:nvPr/>
        </p:nvSpPr>
        <p:spPr>
          <a:xfrm>
            <a:off x="10772500" y="5942501"/>
            <a:ext cx="55000" cy="55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rotWithShape="0">
              <a:srgbClr val="FFD500">
                <a:alpha val="4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7" name="Hex"/>
          <p:cNvSpPr/>
          <p:nvPr/>
        </p:nvSpPr>
        <p:spPr>
          <a:xfrm>
            <a:off x="11180000" y="4295000"/>
            <a:ext cx="240000" cy="210000"/>
          </a:xfrm>
          <a:prstGeom prst="hexagon">
            <a:avLst/>
          </a:prstGeom>
          <a:noFill/>
          <a:ln w="19050">
            <a:solidFill>
              <a:srgbClr val="FFD500">
                <a:alpha val="25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8" name="Hex"/>
          <p:cNvSpPr/>
          <p:nvPr/>
        </p:nvSpPr>
        <p:spPr>
          <a:xfrm>
            <a:off x="11500000" y="4295000"/>
            <a:ext cx="240000" cy="210000"/>
          </a:xfrm>
          <a:prstGeom prst="hexagon">
            <a:avLst/>
          </a:prstGeom>
          <a:noFill/>
          <a:ln w="19050">
            <a:solidFill>
              <a:srgbClr val="FFD500">
                <a:alpha val="25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9" name="Hex"/>
          <p:cNvSpPr/>
          <p:nvPr/>
        </p:nvSpPr>
        <p:spPr>
          <a:xfrm>
            <a:off x="11340000" y="4545000"/>
            <a:ext cx="240000" cy="210000"/>
          </a:xfrm>
          <a:prstGeom prst="hexagon">
            <a:avLst/>
          </a:prstGeom>
          <a:noFill/>
          <a:ln w="19050">
            <a:solidFill>
              <a:srgbClr val="FFD500">
                <a:alpha val="25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40" name="Hex"/>
          <p:cNvSpPr/>
          <p:nvPr/>
        </p:nvSpPr>
        <p:spPr>
          <a:xfrm>
            <a:off x="11660000" y="4545000"/>
            <a:ext cx="240000" cy="210000"/>
          </a:xfrm>
          <a:prstGeom prst="hexagon">
            <a:avLst/>
          </a:prstGeom>
          <a:noFill/>
          <a:ln w="19050">
            <a:solidFill>
              <a:srgbClr val="FFD500">
                <a:alpha val="25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R&amp;D STRATEGY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0432" y="26426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technology: wearables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0432" y="33558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Innovative, functional &amp; design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4123944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70432" y="4069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design update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73397" y="562869"/>
            <a:ext cx="4123652" cy="5334499"/>
          </a:xfrm>
          <a:prstGeom prst="snip1Rect">
            <a:avLst/>
          </a:prstGeom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Image 0" descr="/tmp/claude-0/-home-user-the-5-agents/104e019b-481e-5835-b5aa-7854a99e3b07/scratchpad/work/assets/bra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7445339" y="1094753"/>
            <a:ext cx="3261424" cy="4373368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sp>
        <p:nvSpPr>
          <p:cNvPr id="20" name="Shape 17"/>
          <p:cNvSpPr/>
          <p:nvPr/>
        </p:nvSpPr>
        <p:spPr>
          <a:xfrm>
            <a:off x="7022592" y="512064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0988633" y="588302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022592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1146244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Image 1" descr="/tmp/claude-0/-home-user-the-5-agents/104e019b-481e-5835-b5aa-7854a99e3b07/scratchpad/work/assets/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מסך רחב</PresentationFormat>
  <Paragraphs>9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2026-08-14T07:03:10Z</dcterms:created>
  <dcterms:modified xsi:type="dcterms:W3CDTF">2026-08-14T07:03:22Z</dcterms:modified>
</cp:coreProperties>
</file>