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95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3655D5-7B76-BDB2-D9B2-433ECE4B2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163DF22-3979-AEED-67F9-FFA6CD8B4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DF4C6B0-6865-9368-4A2A-5F992B973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08/10/2026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91AE897-159A-FE08-2B04-BEA2D209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42E9A4F-16BB-D175-FAA5-3926D3C0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27240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08/10/2026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29236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7B75F83-BCB1-4B12-A816-9BFA8C0D4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5416C64-EEAC-E597-C67C-862853125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76EB92B-E76E-FBAB-C215-1FC745F3A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08/10/2026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AC925C5-1874-EC92-1041-5CB03A97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744C32C-730C-AAA6-1858-8CFC9B04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09222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3961AAB-9C72-2379-0782-0BA4AD4A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7F69A76-C002-A3EA-DCCD-1FABDD769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2C4C56E-D457-2853-96BA-3127F904D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0DEA4C6-3BF0-4249-2C99-647166635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08/10/2026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455BA81-6A9D-13D2-A593-7A87C28EB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122330C-FF64-3101-BE69-02E15C631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62538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5C1FAC-5FF4-0B59-4531-3DD3B20D9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B1611AB-ABBA-DA78-AB2E-3CD2D420A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78590BE-75B3-1AD8-1BA7-297B072F5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A85205DA-C2D3-42C8-876B-BE88FEC677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CBBE61D1-0D81-A7BF-82F1-8C9AACAE8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E35E78D-9F79-340D-2AFF-FC6C7F03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08/10/2026</a:t>
            </a:fld>
            <a:endParaRPr lang="en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9CB09053-5BDF-1BC5-0BB4-09B3C7D83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2ADDDC0-B589-4E9A-8A3E-2F1BCBFA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4295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EBF8E03-04EC-D433-5A50-C8DBBEF2D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0D2DE77-9B1D-A8F6-39F2-83AB364C8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08/10/2026</a:t>
            </a:fld>
            <a:endParaRPr lang="en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6EB72B3-36E6-629C-E1BB-B7FE2C080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9DA9D9B-DDFF-886C-E62B-5016B02FA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233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B3C9AF8F-1C68-F68D-8E47-5099453F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08/10/2026</a:t>
            </a:fld>
            <a:endParaRPr lang="en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8C2006C-C864-1BCA-350D-776A6C90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B80805E-A7D9-59B1-F7FE-DB493EB7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31225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CB6E9FD-BDCA-8615-5C76-9AE455484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9BEE56B-884A-FF20-6F16-78E1FFA48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318CFB7-7D0E-5FF6-195E-0D12C73D7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A9EA98F-4AB6-617B-0ACB-46F84A97A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08/10/2026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5323F00-1778-747D-4CA3-7BE566ED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2B465A2-907D-FB84-6055-CBFCE4DE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43958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2FA106A-289E-871F-F5F5-8CC8CADF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EA8EC99-AB5D-08CE-C63E-479D1F26A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B75CA46-2A8A-A500-73E6-574585BC6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9CE62B9-52EE-063D-A438-9E61AE151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08/10/2026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A824396-F9DB-75DA-33C9-2B779900C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C378360-5782-0A4E-2B7D-485BDFF8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57797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3DEF039-C6BC-A819-D595-4A20803C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03D74BD-55F5-0C77-6FD9-0CF39A90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DAA8960-576B-9503-F8FD-760E173FB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08/10/2026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A77FD7E-A75B-13CC-CDBB-C7134997A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E207FB3-3023-8836-8CD2-AEE0C530B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84955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33AF92A-CF65-F8BD-9C54-9BD4A8F66A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E3758F1-E76F-F635-23AE-297B21E24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53EEDB9-1BD2-CF0C-1B70-668C29D4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08/10/2026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C81EF60-A0DC-1B56-1082-11B501071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74F17FA-932C-6CCC-0DA8-3922C316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26849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DF0BBCCB-73E7-59B5-1FA6-454B6536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956500C-A04C-EC5C-FB8B-FB20266DF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A44FF6E-D523-BBE0-054B-C69A1CA79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AF1C5-50B2-4937-8234-44C132520904}" type="datetimeFigureOut">
              <a:rPr lang="en-IL" smtClean="0"/>
              <a:t>08/10/2026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3201DA7-8EE9-7183-0C56-4477E25239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915B221-736A-9F3F-D305-29A35AB23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89691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3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enuShield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76556" cy="6858000"/>
          </a:xfrm>
          <a:prstGeom prst="rect">
            <a:avLst/>
          </a:prstGeom>
        </p:spPr>
      </p:pic>
      <p:sp>
        <p:nvSpPr>
          <p:cNvPr id="13" name="Frame"/>
          <p:cNvSpPr/>
          <p:nvPr/>
        </p:nvSpPr>
        <p:spPr>
          <a:xfrm>
            <a:off x="7700000" y="1199634"/>
            <a:ext cx="4200000" cy="4746378"/>
          </a:xfrm>
          <a:prstGeom prst="snip1Rect">
            <a:avLst>
              <a:gd name="adj" fmla="val 4663"/>
            </a:avLst>
          </a:prstGeom>
          <a:noFill/>
          <a:ln w="25400">
            <a:solidFill>
              <a:srgbClr val="FFD500"/>
            </a:solidFill>
          </a:ln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xtBox Title"/>
          <p:cNvSpPr txBox="1"/>
          <p:nvPr/>
        </p:nvSpPr>
        <p:spPr>
          <a:xfrm>
            <a:off x="7950000" y="1549634"/>
            <a:ext cx="37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GENU-SHIELD STABILIZER</a:t>
            </a:r>
          </a:p>
        </p:txBody>
      </p:sp>
      <p:sp>
        <p:nvSpPr>
          <p:cNvPr id="15" name="TextBox Subtitle"/>
          <p:cNvSpPr txBox="1"/>
          <p:nvPr/>
        </p:nvSpPr>
        <p:spPr>
          <a:xfrm>
            <a:off x="7950000" y="2229634"/>
            <a:ext cx="3700000" cy="2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D5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PROVIDES JOINT STABILIZATION WHILE REDUCING PAIN AND SWELLING</a:t>
            </a:r>
          </a:p>
        </p:txBody>
      </p:sp>
      <p:pic>
        <p:nvPicPr>
          <p:cNvPr id="12" name="Foo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22492"/>
            <a:ext cx="12191695" cy="4952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מסך רחב</PresentationFormat>
  <Paragraphs>2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1_ערכת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1</cp:revision>
  <dcterms:created xsi:type="dcterms:W3CDTF">2026-08-10T15:32:23Z</dcterms:created>
  <dcterms:modified xsi:type="dcterms:W3CDTF">2026-08-10T15:32:44Z</dcterms:modified>
</cp:coreProperties>
</file>