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8" r:id="rId6"/>
    <p:sldId id="267" r:id="rId7"/>
    <p:sldId id="269" r:id="rId8"/>
    <p:sldId id="270" r:id="rId9"/>
    <p:sldId id="272" r:id="rId10"/>
  </p:sldIdLst>
  <p:sldSz cx="12192000" cy="6858000"/>
  <p:notesSz cx="6858000" cy="9144000"/>
  <p:defaultTextStyle>
    <a:defPPr>
      <a:defRPr lang="en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0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סגנון ביניים 2 - הדגשה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98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delSld">
      <pc:chgData name="Eyal Sadot" userId="9c57a40b-08c8-435b-851c-1854c25cf41d" providerId="ADAL" clId="{02003448-2CBC-42C7-80BD-DC4C07BEB2CD}" dt="2026-08-09T09:33:40.410" v="1" actId="47"/>
      <pc:docMkLst>
        <pc:docMk/>
      </pc:docMkLst>
      <pc:sldChg chg="del">
        <pc:chgData name="Eyal Sadot" userId="9c57a40b-08c8-435b-851c-1854c25cf41d" providerId="ADAL" clId="{02003448-2CBC-42C7-80BD-DC4C07BEB2CD}" dt="2026-08-09T09:33:35.880" v="0" actId="47"/>
        <pc:sldMkLst>
          <pc:docMk/>
          <pc:sldMk cId="3865700080" sldId="256"/>
        </pc:sldMkLst>
      </pc:sldChg>
      <pc:sldChg chg="del">
        <pc:chgData name="Eyal Sadot" userId="9c57a40b-08c8-435b-851c-1854c25cf41d" providerId="ADAL" clId="{02003448-2CBC-42C7-80BD-DC4C07BEB2CD}" dt="2026-08-09T09:33:35.880" v="0" actId="47"/>
        <pc:sldMkLst>
          <pc:docMk/>
          <pc:sldMk cId="2684559260" sldId="257"/>
        </pc:sldMkLst>
      </pc:sldChg>
      <pc:sldChg chg="del">
        <pc:chgData name="Eyal Sadot" userId="9c57a40b-08c8-435b-851c-1854c25cf41d" providerId="ADAL" clId="{02003448-2CBC-42C7-80BD-DC4C07BEB2CD}" dt="2026-08-09T09:33:35.880" v="0" actId="47"/>
        <pc:sldMkLst>
          <pc:docMk/>
          <pc:sldMk cId="1922135598" sldId="258"/>
        </pc:sldMkLst>
      </pc:sldChg>
      <pc:sldChg chg="del">
        <pc:chgData name="Eyal Sadot" userId="9c57a40b-08c8-435b-851c-1854c25cf41d" providerId="ADAL" clId="{02003448-2CBC-42C7-80BD-DC4C07BEB2CD}" dt="2026-08-09T09:33:35.880" v="0" actId="47"/>
        <pc:sldMkLst>
          <pc:docMk/>
          <pc:sldMk cId="1469482205" sldId="259"/>
        </pc:sldMkLst>
      </pc:sldChg>
      <pc:sldChg chg="del">
        <pc:chgData name="Eyal Sadot" userId="9c57a40b-08c8-435b-851c-1854c25cf41d" providerId="ADAL" clId="{02003448-2CBC-42C7-80BD-DC4C07BEB2CD}" dt="2026-08-09T09:33:35.880" v="0" actId="47"/>
        <pc:sldMkLst>
          <pc:docMk/>
          <pc:sldMk cId="4012172901" sldId="260"/>
        </pc:sldMkLst>
      </pc:sldChg>
      <pc:sldChg chg="del">
        <pc:chgData name="Eyal Sadot" userId="9c57a40b-08c8-435b-851c-1854c25cf41d" providerId="ADAL" clId="{02003448-2CBC-42C7-80BD-DC4C07BEB2CD}" dt="2026-08-09T09:33:40.410" v="1" actId="47"/>
        <pc:sldMkLst>
          <pc:docMk/>
          <pc:sldMk cId="3869672662" sldId="262"/>
        </pc:sldMkLst>
      </pc:sldChg>
      <pc:sldChg chg="del">
        <pc:chgData name="Eyal Sadot" userId="9c57a40b-08c8-435b-851c-1854c25cf41d" providerId="ADAL" clId="{02003448-2CBC-42C7-80BD-DC4C07BEB2CD}" dt="2026-08-09T09:33:40.410" v="1" actId="47"/>
        <pc:sldMkLst>
          <pc:docMk/>
          <pc:sldMk cId="949292105" sldId="271"/>
        </pc:sldMkLst>
      </pc:sldChg>
      <pc:sldChg chg="del">
        <pc:chgData name="Eyal Sadot" userId="9c57a40b-08c8-435b-851c-1854c25cf41d" providerId="ADAL" clId="{02003448-2CBC-42C7-80BD-DC4C07BEB2CD}" dt="2026-08-09T09:33:35.880" v="0" actId="47"/>
        <pc:sldMkLst>
          <pc:docMk/>
          <pc:sldMk cId="3390277075" sldId="273"/>
        </pc:sldMkLst>
      </pc:sldChg>
      <pc:sldChg chg="del">
        <pc:chgData name="Eyal Sadot" userId="9c57a40b-08c8-435b-851c-1854c25cf41d" providerId="ADAL" clId="{02003448-2CBC-42C7-80BD-DC4C07BEB2CD}" dt="2026-08-09T09:33:35.880" v="0" actId="47"/>
        <pc:sldMkLst>
          <pc:docMk/>
          <pc:sldMk cId="1699482050" sldId="274"/>
        </pc:sldMkLst>
      </pc:sldChg>
      <pc:sldChg chg="del">
        <pc:chgData name="Eyal Sadot" userId="9c57a40b-08c8-435b-851c-1854c25cf41d" providerId="ADAL" clId="{02003448-2CBC-42C7-80BD-DC4C07BEB2CD}" dt="2026-08-09T09:33:35.880" v="0" actId="47"/>
        <pc:sldMkLst>
          <pc:docMk/>
          <pc:sldMk cId="4144739114" sldId="275"/>
        </pc:sldMkLst>
      </pc:sldChg>
      <pc:sldChg chg="del">
        <pc:chgData name="Eyal Sadot" userId="9c57a40b-08c8-435b-851c-1854c25cf41d" providerId="ADAL" clId="{02003448-2CBC-42C7-80BD-DC4C07BEB2CD}" dt="2026-08-09T09:33:35.880" v="0" actId="47"/>
        <pc:sldMkLst>
          <pc:docMk/>
          <pc:sldMk cId="581187530" sldId="277"/>
        </pc:sldMkLst>
      </pc:sldChg>
      <pc:sldChg chg="del">
        <pc:chgData name="Eyal Sadot" userId="9c57a40b-08c8-435b-851c-1854c25cf41d" providerId="ADAL" clId="{02003448-2CBC-42C7-80BD-DC4C07BEB2CD}" dt="2026-08-09T09:33:35.880" v="0" actId="47"/>
        <pc:sldMkLst>
          <pc:docMk/>
          <pc:sldMk cId="91274975" sldId="27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7541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531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2257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02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705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2584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87493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6374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87860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1503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255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08/09/2026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84146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גופן, לוגו, גרפיקה&#10;&#10;התיאור נוצר באופן אוטומטי">
            <a:extLst>
              <a:ext uri="{FF2B5EF4-FFF2-40B4-BE49-F238E27FC236}">
                <a16:creationId xmlns:a16="http://schemas.microsoft.com/office/drawing/2014/main" id="{7A98D45B-2687-7BBE-CCF4-D7DEBC39F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97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31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, גשר&#10;&#10;התיאור נוצר באופן אוטומטי">
            <a:extLst>
              <a:ext uri="{FF2B5EF4-FFF2-40B4-BE49-F238E27FC236}">
                <a16:creationId xmlns:a16="http://schemas.microsoft.com/office/drawing/2014/main" id="{98A7859A-577A-DF6C-5140-2D76A008E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477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&#10;&#10;התיאור נוצר באופן אוטומטי">
            <a:extLst>
              <a:ext uri="{FF2B5EF4-FFF2-40B4-BE49-F238E27FC236}">
                <a16:creationId xmlns:a16="http://schemas.microsoft.com/office/drawing/2014/main" id="{F26D196C-67AD-C297-3C05-15C5BD399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95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, מותג&#10;&#10;התיאור נוצר באופן אוטומטי">
            <a:extLst>
              <a:ext uri="{FF2B5EF4-FFF2-40B4-BE49-F238E27FC236}">
                <a16:creationId xmlns:a16="http://schemas.microsoft.com/office/drawing/2014/main" id="{3B4C5BC0-9856-13C1-FA94-7D5638AC8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67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, פרסום אונליין, פלסטר&#10;&#10;התיאור נוצר באופן אוטומטי">
            <a:extLst>
              <a:ext uri="{FF2B5EF4-FFF2-40B4-BE49-F238E27FC236}">
                <a16:creationId xmlns:a16="http://schemas.microsoft.com/office/drawing/2014/main" id="{37BCCB25-7B61-43D4-D31F-F19CD1411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04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 descr="תמונה שמכילה טקסט, צילום מסך, פרסום אונליין, מותג&#10;&#10;התיאור נוצר באופן אוטומטי">
            <a:extLst>
              <a:ext uri="{FF2B5EF4-FFF2-40B4-BE49-F238E27FC236}">
                <a16:creationId xmlns:a16="http://schemas.microsoft.com/office/drawing/2014/main" id="{AE2B6481-0665-2A4A-78FA-688372AB6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136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&#10;&#10;התיאור נוצר באופן אוטומטי">
            <a:extLst>
              <a:ext uri="{FF2B5EF4-FFF2-40B4-BE49-F238E27FC236}">
                <a16:creationId xmlns:a16="http://schemas.microsoft.com/office/drawing/2014/main" id="{CB1CE679-13C4-1986-52BE-D9468CDFD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60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 descr="תמונה שמכילה טקסט, צילום מסך, פרסום אונליין, עיצוב&#10;&#10;התיאור נוצר באופן אוטומטי">
            <a:extLst>
              <a:ext uri="{FF2B5EF4-FFF2-40B4-BE49-F238E27FC236}">
                <a16:creationId xmlns:a16="http://schemas.microsoft.com/office/drawing/2014/main" id="{425A2338-EECE-C389-7BD7-391A82607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903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 descr="תמונה שמכילה טקסט, צילום מסך, אקדח נעצים&#10;&#10;התיאור נוצר באופן אוטומטי">
            <a:extLst>
              <a:ext uri="{FF2B5EF4-FFF2-40B4-BE49-F238E27FC236}">
                <a16:creationId xmlns:a16="http://schemas.microsoft.com/office/drawing/2014/main" id="{48A673EB-9CC5-CC88-EF04-D4D7D1ED4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97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68118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0</Words>
  <Application>Microsoft Office PowerPoint</Application>
  <PresentationFormat>מסך רחב</PresentationFormat>
  <Paragraphs>0</Paragraphs>
  <Slides>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Natali graphics Meditex</dc:creator>
  <cp:lastModifiedBy>Eyal Sadot</cp:lastModifiedBy>
  <cp:revision>34</cp:revision>
  <dcterms:created xsi:type="dcterms:W3CDTF">2024-03-05T12:29:32Z</dcterms:created>
  <dcterms:modified xsi:type="dcterms:W3CDTF">2026-08-09T09:33:50Z</dcterms:modified>
</cp:coreProperties>
</file>