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77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9966F90-756D-5130-ADEA-A7AB152D7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2D3AFD7-9536-EB36-2934-79FB060CF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F983072-CE4D-4A30-FCE7-A6F9BE0BC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9ADA250-0333-9BBB-93EB-650AE692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8946121-E400-A05E-FC68-92C23F56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503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FDB5380-0017-4CFB-9910-3A6FAACB8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2910AC7-300F-CE35-F33E-C88BDC229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54AE10-BD3D-1A43-5E68-0C3ED38C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4C70FA3-039D-36DC-074C-51F1A227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72939C2-41BB-06E2-2AB0-C4A27C29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365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0B26C3-1E82-0D3E-4530-C0DDABEE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69FC7B7-CEB2-9B83-0409-0DFE3CD85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A29E45A-F54F-EE9C-A0CD-419FE1242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9C80428-E1BF-5A46-0889-FD18CA76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B9E31BB-E3D8-C97A-F5AE-3E8859CD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770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1809660-FFC0-97E5-91C3-A03E5FC2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59003FA-A173-613A-EFD2-C29E6C0AD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96F3E31-3089-F7C4-9BC4-67B5F23CC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E134580-A478-A7CF-3473-9E73DD71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54B4208-F2C9-E4A2-1E3A-A17E9CD38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08E7B7F-20C2-5778-3C4A-5836EDFC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8508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96FC7A-D1FD-F569-1559-C4D7DFA2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67CA309-3841-7A16-7F94-A4F0D4264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5A3F1C7-B770-C442-6C76-54420B45C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BAA24127-52A4-2127-2CEB-FD78F09C2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ED17FB3B-1A8B-11EB-C60A-516A5369A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82A75E2-2217-EDD9-BD1A-BC0979F5F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6F2A634-1B4D-1301-BBEF-E6C16E53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0963F83-93F8-2970-6057-ED7F8D45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703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7A94910-39D2-D622-5737-3692E87D7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99EE013-2A7F-2202-6AE2-F0695F37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655FD5D-6B84-43D6-1DDC-21180755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B3FA3B1-6B3B-5A45-2F5F-8E42FB12E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289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F02B9EB-A095-3468-9CA5-A7C8D0FC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376BA13-36C8-3156-A6A7-DC3D644AF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5742276-1D10-B1F2-6399-01A0708D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827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8569AA9-0084-C3CE-7E7B-FD376A9F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72DE33E-2F9D-085A-A83E-3284029E2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C0E3201-ED1A-F3AC-07D9-68B25807C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8305D11-1F93-81D1-F0C3-DBD83DB38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392F234-03D7-9D91-BB4C-8E436620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2636713-F285-0CF6-1C88-2DA57738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320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BB2E16B-9BB1-05AD-26EE-60E85144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4016062-BAF0-9FCE-EB7A-A6CD695E1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7AB624C-1321-C521-51DF-9F87F7A41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69013C3-CEA6-4424-B852-3BB2C990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B36A28C-6B86-013B-F10D-3BE2277C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1C81228-E31C-0609-246A-3BEBADC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5699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9E6EE8D-0045-0E30-13B7-9B06FB69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995CDEB-56D9-ADD5-8B80-D29A7AE70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41C2F48-48AB-7ECB-2048-26A9AD4B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2310AE-6131-4D0C-7D11-E44A8D31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98E531E-A40B-2869-11E1-053A1604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3455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DDB727F9-F3EF-87D3-F00F-374C538D9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DBC7223-0D4D-3B2D-F714-65B1EC544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9FBA1A0-33FB-5992-3E00-1A37C938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357B759-9F80-9A34-67C6-21815553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CD15F75-BF05-0680-C522-1E8F9C0D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0405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508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B1A75CD-697E-FC49-6024-201DB5F9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E8C77D8-33F6-AAAE-77BF-18D5BA7F7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BFBB18D-4393-24A2-8CFA-A3E8FEEEF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D2060-2467-4E0A-84B8-2BBBFDA107C1}" type="datetimeFigureOut">
              <a:rPr lang="he-IL" smtClean="0"/>
              <a:t>ב'/אלול/תשפ"ו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917FF77-42E9-C46D-0023-0EFBDE055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8E2D6EB-B383-9D74-F510-F9459F93A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797FB6-C3E3-4311-8325-9B288A3ADB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5926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94371" y="1872854"/>
            <a:ext cx="5401629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</a:t>
            </a:r>
          </a:p>
          <a:p>
            <a:pPr algn="l"/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CATALOG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694371" y="3685147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מסך רחב</PresentationFormat>
  <Paragraphs>3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2026-08-15T17:54:33Z</dcterms:created>
  <dcterms:modified xsi:type="dcterms:W3CDTF">2026-08-15T17:54:45Z</dcterms:modified>
</cp:coreProperties>
</file>