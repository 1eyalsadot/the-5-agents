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41291951-2B6E-48A1-A989-A09DEE42FCC2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9A45F53-5246-4932-859D-D253488C511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2111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fb957f764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fb957f764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2C2CB7-2B9C-2908-56CE-9AF6DF350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4F8D7C2-5F87-DC5C-949F-FA13F8F52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7BB95BF-BBC5-0294-B041-AC115DA2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83A8335-EF0E-17C0-BFDA-F6BD00665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0F9D44-AE78-9A86-AC83-3B9944BC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806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418693-465F-BB69-F30A-1A6E39F1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A7EC4B5-0E12-46AC-4EFC-EEA6B7DDF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A371FA-C5B9-AF67-925F-E2EDC3A9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5096D79-2F1E-42A0-9E22-BE5104F8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62E45C0-91B6-3093-ECAA-C16026BF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122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E429A73-15A5-AD5F-1299-156AAD0A1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3F8E347-9FAE-0793-1D19-76D5F56E3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86228F1-B8C7-0DBE-26B6-CB89A305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8040E60-DCE0-0B3C-FF70-DF8F415B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E28A72-22D9-36CC-87BE-7B7455BB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465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4CFF29C-1836-01A0-03EF-7EFFCFFB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EA0ED60-5054-2FC8-84B9-D8CAEA41E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5FAD2EC-12BF-8677-13D3-7EC3018BA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6247F07-5A10-C9D5-79E4-F4860156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CC2904F-9CC4-48F3-2691-51728CDD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D2B1819-3D1F-DE5B-4150-3005C4C1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013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BD8BE8-4BA9-644A-A55E-CE267AAC5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3E6779B-3062-F63C-E6F0-7E311FFA6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0935317-BE2D-271F-49AB-326DAFCC5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FD9953C-C181-C73F-7F71-905BDD21A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8B42DED-0E2E-E560-5779-E584E7448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B028969-D108-5AFC-329A-642399355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D9B9B1D9-0847-D229-9253-3A8EC4B4B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D744D68-9B2F-203D-C2A6-7B79FAAD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8213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190F2AA-42C0-269E-9F49-83A18F9E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33AAE6C-5775-7228-ABD4-25E23EB4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F08C02F-470F-B4DA-3721-F4F2A6A7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211EAB6-4FD3-48CB-B164-EA9946F1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491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0FF498B-16B2-1998-862C-F22922D7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8145275-3092-FD90-05D3-FABAFBF5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7062AF5-9FC3-5226-A2ED-447D27EA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8256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3AC2F0-7A4D-51C9-411D-FA6192079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BB91DAF-47C6-0290-2A30-3AE7B307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5C80BB0-50B8-98D5-55F5-5DB882C7F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E7AA097-8544-0B7D-4EA5-3FAF19A6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DA3F24C-EB39-52A8-BF41-EA56E56E0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36E728B-31A9-4D41-B753-F898ADB6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854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69F067-B96C-63E4-3A1A-FC897B5EE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23F10F9-5FC0-F1F2-C50D-7C8CDAED0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5C8669F-2B0E-F321-74AB-194B4304E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F39112B-AD13-B9B6-3CF7-240206B9C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6390D69-9004-929A-128A-218BE31A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B1BA366-AB56-07EE-153C-1961DF21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2036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EB0FB2F-E94E-9EC9-5A4B-AAA4C684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E8F368F-7A3F-176A-C64E-520850531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65B095-DCE4-EA47-2D0F-67D3755F1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DB84975-1B9B-0302-6CA4-CDBA5534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D3D7243-E658-357A-40F4-72D522F2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411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1EA88E4-A9A0-DEA8-2CB6-35BFF5D9D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76C18FC-905E-2B32-EEF9-CC5EE3079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1F9E24D-2D60-D456-24B2-A8D1172F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86B2771-0E83-FA29-DE84-276A307D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9415103-0349-3D14-3EF2-899C2922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845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8FA919B5-69D0-44AD-E3ED-D1855E1C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4A85A7D-92F1-B3A9-ED68-6EAFF7935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781D454-2F1B-D82A-453D-CBA2067AC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5FD5F-63C6-4897-A311-306B00134085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7DCE02-DA99-E8EF-9B8C-5EBA83E8E3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8D4C51D-5B32-C4E0-012E-C973FBA79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3BDCA-1BDC-499C-B1AC-6FFE4576588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923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21-334 uriel | רקעים מצגות-0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"/>
            <a:ext cx="12192000" cy="6858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מסך רחב</PresentationFormat>
  <Paragraphs>0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2026-08-03T07:09:12Z</dcterms:created>
  <dcterms:modified xsi:type="dcterms:W3CDTF">2026-08-03T07:09:40Z</dcterms:modified>
</cp:coreProperties>
</file>