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68" r:id="rId2"/>
    <p:sldId id="271" r:id="rId3"/>
    <p:sldId id="269" r:id="rId4"/>
    <p:sldId id="270" r:id="rId5"/>
    <p:sldId id="274" r:id="rId6"/>
  </p:sldIdLst>
  <p:sldSz cx="9144000" cy="5143500" type="screen16x9"/>
  <p:notesSz cx="6858000" cy="9144000"/>
  <p:embeddedFontLst>
    <p:embeddedFont>
      <p:font typeface="Assistant" pitchFamily="2" charset="-79"/>
      <p:regular r:id="rId8"/>
      <p:bold r:id="rId9"/>
    </p:embeddedFont>
    <p:embeddedFont>
      <p:font typeface="Assistant ExtraBold" pitchFamily="2" charset="-79"/>
      <p:bold r:id="rId10"/>
    </p:embeddedFont>
    <p:embeddedFont>
      <p:font typeface="Assistant Light" pitchFamily="2" charset="-79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0">
          <p15:clr>
            <a:srgbClr val="747775"/>
          </p15:clr>
        </p15:guide>
        <p15:guide id="2" pos="2880">
          <p15:clr>
            <a:srgbClr val="747775"/>
          </p15:clr>
        </p15:guide>
        <p15:guide id="3" pos="2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950"/>
        <p:guide pos="2880"/>
        <p:guide pos="2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">
      <pc:chgData name="Eyal Sadot" userId="9c57a40b-08c8-435b-851c-1854c25cf41d" providerId="ADAL" clId="{02003448-2CBC-42C7-80BD-DC4C07BEB2CD}" dt="2026-08-10T13:06:54.122" v="10" actId="47"/>
      <pc:docMkLst>
        <pc:docMk/>
      </pc:docMkLst>
      <pc:sldChg chg="del">
        <pc:chgData name="Eyal Sadot" userId="9c57a40b-08c8-435b-851c-1854c25cf41d" providerId="ADAL" clId="{02003448-2CBC-42C7-80BD-DC4C07BEB2CD}" dt="2026-08-10T13:06:47.651" v="8" actId="47"/>
        <pc:sldMkLst>
          <pc:docMk/>
          <pc:sldMk cId="0" sldId="256"/>
        </pc:sldMkLst>
      </pc:sldChg>
      <pc:sldChg chg="del">
        <pc:chgData name="Eyal Sadot" userId="9c57a40b-08c8-435b-851c-1854c25cf41d" providerId="ADAL" clId="{02003448-2CBC-42C7-80BD-DC4C07BEB2CD}" dt="2026-08-10T13:06:47.651" v="8" actId="47"/>
        <pc:sldMkLst>
          <pc:docMk/>
          <pc:sldMk cId="0" sldId="257"/>
        </pc:sldMkLst>
      </pc:sldChg>
      <pc:sldChg chg="del">
        <pc:chgData name="Eyal Sadot" userId="9c57a40b-08c8-435b-851c-1854c25cf41d" providerId="ADAL" clId="{02003448-2CBC-42C7-80BD-DC4C07BEB2CD}" dt="2026-08-10T06:50:55.974" v="2" actId="47"/>
        <pc:sldMkLst>
          <pc:docMk/>
          <pc:sldMk cId="0" sldId="258"/>
        </pc:sldMkLst>
      </pc:sldChg>
      <pc:sldChg chg="modSp del mod">
        <pc:chgData name="Eyal Sadot" userId="9c57a40b-08c8-435b-851c-1854c25cf41d" providerId="ADAL" clId="{02003448-2CBC-42C7-80BD-DC4C07BEB2CD}" dt="2026-08-10T13:06:47.651" v="8" actId="47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10T06:51:39.947" v="6" actId="14100"/>
          <ac:picMkLst>
            <pc:docMk/>
            <pc:sldMk cId="0" sldId="259"/>
            <ac:picMk id="78" creationId="{00000000-0000-0000-0000-000000000000}"/>
          </ac:picMkLst>
        </pc:picChg>
      </pc:sldChg>
      <pc:sldChg chg="del">
        <pc:chgData name="Eyal Sadot" userId="9c57a40b-08c8-435b-851c-1854c25cf41d" providerId="ADAL" clId="{02003448-2CBC-42C7-80BD-DC4C07BEB2CD}" dt="2026-08-10T13:06:47.651" v="8" actId="47"/>
        <pc:sldMkLst>
          <pc:docMk/>
          <pc:sldMk cId="0" sldId="260"/>
        </pc:sldMkLst>
      </pc:sldChg>
      <pc:sldChg chg="add del">
        <pc:chgData name="Eyal Sadot" userId="9c57a40b-08c8-435b-851c-1854c25cf41d" providerId="ADAL" clId="{02003448-2CBC-42C7-80BD-DC4C07BEB2CD}" dt="2026-08-10T13:06:47.651" v="8" actId="47"/>
        <pc:sldMkLst>
          <pc:docMk/>
          <pc:sldMk cId="0" sldId="261"/>
        </pc:sldMkLst>
      </pc:sldChg>
      <pc:sldChg chg="addSp delSp del mod">
        <pc:chgData name="Eyal Sadot" userId="9c57a40b-08c8-435b-851c-1854c25cf41d" providerId="ADAL" clId="{02003448-2CBC-42C7-80BD-DC4C07BEB2CD}" dt="2026-08-10T13:06:47.651" v="8" actId="47"/>
        <pc:sldMkLst>
          <pc:docMk/>
          <pc:sldMk cId="0" sldId="262"/>
        </pc:sldMkLst>
      </pc:sldChg>
      <pc:sldChg chg="del">
        <pc:chgData name="Eyal Sadot" userId="9c57a40b-08c8-435b-851c-1854c25cf41d" providerId="ADAL" clId="{02003448-2CBC-42C7-80BD-DC4C07BEB2CD}" dt="2026-08-10T13:06:47.651" v="8" actId="47"/>
        <pc:sldMkLst>
          <pc:docMk/>
          <pc:sldMk cId="0" sldId="263"/>
        </pc:sldMkLst>
      </pc:sldChg>
      <pc:sldChg chg="del">
        <pc:chgData name="Eyal Sadot" userId="9c57a40b-08c8-435b-851c-1854c25cf41d" providerId="ADAL" clId="{02003448-2CBC-42C7-80BD-DC4C07BEB2CD}" dt="2026-08-10T13:06:47.651" v="8" actId="47"/>
        <pc:sldMkLst>
          <pc:docMk/>
          <pc:sldMk cId="0" sldId="264"/>
        </pc:sldMkLst>
      </pc:sldChg>
      <pc:sldChg chg="del">
        <pc:chgData name="Eyal Sadot" userId="9c57a40b-08c8-435b-851c-1854c25cf41d" providerId="ADAL" clId="{02003448-2CBC-42C7-80BD-DC4C07BEB2CD}" dt="2026-08-10T13:06:47.651" v="8" actId="47"/>
        <pc:sldMkLst>
          <pc:docMk/>
          <pc:sldMk cId="0" sldId="265"/>
        </pc:sldMkLst>
      </pc:sldChg>
      <pc:sldChg chg="del">
        <pc:chgData name="Eyal Sadot" userId="9c57a40b-08c8-435b-851c-1854c25cf41d" providerId="ADAL" clId="{02003448-2CBC-42C7-80BD-DC4C07BEB2CD}" dt="2026-08-10T06:52:25.248" v="7" actId="47"/>
        <pc:sldMkLst>
          <pc:docMk/>
          <pc:sldMk cId="0" sldId="266"/>
        </pc:sldMkLst>
      </pc:sldChg>
      <pc:sldChg chg="del">
        <pc:chgData name="Eyal Sadot" userId="9c57a40b-08c8-435b-851c-1854c25cf41d" providerId="ADAL" clId="{02003448-2CBC-42C7-80BD-DC4C07BEB2CD}" dt="2026-08-10T13:06:54.122" v="10" actId="47"/>
        <pc:sldMkLst>
          <pc:docMk/>
          <pc:sldMk cId="0" sldId="267"/>
        </pc:sldMkLst>
      </pc:sldChg>
      <pc:sldChg chg="del">
        <pc:chgData name="Eyal Sadot" userId="9c57a40b-08c8-435b-851c-1854c25cf41d" providerId="ADAL" clId="{02003448-2CBC-42C7-80BD-DC4C07BEB2CD}" dt="2026-08-10T13:06:52.622" v="9" actId="47"/>
        <pc:sldMkLst>
          <pc:docMk/>
          <pc:sldMk cId="135519662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4E29988-6A55-97CB-627F-0D217CD1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BBF4779-3A98-6B72-18B8-021CB2186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B3E2057-2A18-9783-BDF9-9B3D3FB9E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890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8000242-5443-7124-B0AF-02E86752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53a82900_0_5:notes">
            <a:extLst>
              <a:ext uri="{FF2B5EF4-FFF2-40B4-BE49-F238E27FC236}">
                <a16:creationId xmlns:a16="http://schemas.microsoft.com/office/drawing/2014/main" id="{7A254F6A-80F7-43D1-2F9E-F60937989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53a82900_0_5:notes">
            <a:extLst>
              <a:ext uri="{FF2B5EF4-FFF2-40B4-BE49-F238E27FC236}">
                <a16:creationId xmlns:a16="http://schemas.microsoft.com/office/drawing/2014/main" id="{D10FDEFC-EC12-C6AC-C26B-07A6A978C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649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8F333FF-D610-0EAF-9D3D-4D7DF37E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21-334 uriel | רקעים מצגות-18.png">
            <a:extLst>
              <a:ext uri="{FF2B5EF4-FFF2-40B4-BE49-F238E27FC236}">
                <a16:creationId xmlns:a16="http://schemas.microsoft.com/office/drawing/2014/main" id="{FB459EE0-EF2C-6826-5D96-6C436F259B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4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291E5851-D6E3-D4F7-B81D-DDF30EE4734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77014" y="1515241"/>
            <a:ext cx="8520600" cy="14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SHIELD SERIES</a:t>
            </a:r>
            <a:endParaRPr b="1"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F1C00033-91DC-8887-63EF-3DB8C555B9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7014" y="2261491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Innovative orthopedic support</a:t>
            </a:r>
            <a:endParaRPr dirty="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pic>
        <p:nvPicPr>
          <p:cNvPr id="3" name="תמונה 2" descr="תמונה שמכילה לוגו, סמל, סימן, 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B274F9D-1598-65E6-6398-3985BBF79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115" y="1515240"/>
            <a:ext cx="1346177" cy="14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2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A5CA7D5-DE60-50F0-9199-A36C7D95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1-334 uriel | רקעים מצגות-18.png">
            <a:extLst>
              <a:ext uri="{FF2B5EF4-FFF2-40B4-BE49-F238E27FC236}">
                <a16:creationId xmlns:a16="http://schemas.microsoft.com/office/drawing/2014/main" id="{8E808921-9A03-5C6C-ABF7-2E54DA330459}"/>
              </a:ext>
            </a:extLst>
          </p:cNvPr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904388" y="-904387"/>
            <a:ext cx="5152824" cy="696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944B562-3903-296C-7406-2FE5FF757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1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GenuShield</a:t>
            </a:r>
            <a:br>
              <a:rPr lang="en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</a:br>
            <a:r>
              <a:rPr lang="en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Knee Support</a:t>
            </a:r>
            <a:endParaRPr sz="3000" dirty="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AED9CE40-4BE4-64B6-8906-62055498E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4136" y="2041071"/>
            <a:ext cx="3231600" cy="10613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lnSpcReduction="1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Advanced support for stability, pain relief &amp; swelling reduction.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5" name="Google Shape;65;p14" title="MAIN-LOGO_no-wings.png">
            <a:extLst>
              <a:ext uri="{FF2B5EF4-FFF2-40B4-BE49-F238E27FC236}">
                <a16:creationId xmlns:a16="http://schemas.microsoft.com/office/drawing/2014/main" id="{A54FD8FD-4CCA-E3B1-66C5-9C394417CA6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מציין מיקום תוכן 4" descr="תמונה שמכילה לבוש, אדם, לבוש מגן, עומד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92EBCBA-9435-0927-C920-84E24E918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000" y="1161"/>
            <a:ext cx="5151664" cy="515166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7E1762F-CFC0-3CFA-1282-5310ECBD7D9D}"/>
              </a:ext>
            </a:extLst>
          </p:cNvPr>
          <p:cNvSpPr txBox="1"/>
          <p:nvPr/>
        </p:nvSpPr>
        <p:spPr>
          <a:xfrm>
            <a:off x="311700" y="141510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With flexible stays &amp; gel pad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37862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5;p23" title="21-334 uriel | רקעים מצגות-18.png">
            <a:extLst>
              <a:ext uri="{FF2B5EF4-FFF2-40B4-BE49-F238E27FC236}">
                <a16:creationId xmlns:a16="http://schemas.microsoft.com/office/drawing/2014/main" id="{A9DF9503-220D-72F9-E007-730642C9BD0D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DBF18443-D73A-EA07-43AA-9AE6BE65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032" y="228888"/>
            <a:ext cx="6034890" cy="468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6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 title="21-334 uriel | רקעים מצגות-18.png">
            <a:extLst>
              <a:ext uri="{FF2B5EF4-FFF2-40B4-BE49-F238E27FC236}">
                <a16:creationId xmlns:a16="http://schemas.microsoft.com/office/drawing/2014/main" id="{38B89932-3EF0-1CD3-9D8C-939A2FD138B4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1995589" y="-1995588"/>
            <a:ext cx="5152824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5293942-22C3-3435-15F8-B26530829391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4215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3000" dirty="0" err="1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SpinaShield</a:t>
            </a:r>
            <a:b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</a:br>
            <a:r>
              <a:rPr lang="en-US" sz="3000" dirty="0">
                <a:solidFill>
                  <a:schemeClr val="lt1"/>
                </a:solidFill>
                <a:latin typeface="Assistant ExtraBold"/>
                <a:cs typeface="+mn-cs"/>
              </a:rPr>
              <a:t>Posture Corrector Belt</a:t>
            </a:r>
            <a:endParaRPr lang="en-US" sz="3000" dirty="0">
              <a:solidFill>
                <a:schemeClr val="lt1"/>
              </a:solidFill>
              <a:latin typeface="Assistant ExtraBold"/>
              <a:cs typeface="+mn-cs"/>
              <a:sym typeface="Assistant ExtraBold"/>
            </a:endParaRPr>
          </a:p>
        </p:txBody>
      </p:sp>
      <p:sp>
        <p:nvSpPr>
          <p:cNvPr id="7" name="Google Shape;63;p14">
            <a:extLst>
              <a:ext uri="{FF2B5EF4-FFF2-40B4-BE49-F238E27FC236}">
                <a16:creationId xmlns:a16="http://schemas.microsoft.com/office/drawing/2014/main" id="{4489C5C2-AB10-7146-9DDD-09B180320330}"/>
              </a:ext>
            </a:extLst>
          </p:cNvPr>
          <p:cNvSpPr txBox="1">
            <a:spLocks/>
          </p:cNvSpPr>
          <p:nvPr/>
        </p:nvSpPr>
        <p:spPr>
          <a:xfrm>
            <a:off x="280450" y="1401464"/>
            <a:ext cx="4277800" cy="3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Advanced and lightweight posture corrector</a:t>
            </a:r>
          </a:p>
          <a:p>
            <a:r>
              <a:rPr lang="en-US" dirty="0">
                <a:solidFill>
                  <a:schemeClr val="bg1"/>
                </a:solidFill>
              </a:rPr>
              <a:t>designed to improve spinal alignment and reduce</a:t>
            </a:r>
          </a:p>
          <a:p>
            <a:r>
              <a:rPr lang="en-US" dirty="0">
                <a:solidFill>
                  <a:schemeClr val="bg1"/>
                </a:solidFill>
              </a:rPr>
              <a:t>upper back and shoulder pain. Featuring comfortable, adjustable straps, it supports upright posture, relieves muscle tension, and encourages natural movement.</a:t>
            </a:r>
          </a:p>
          <a:p>
            <a:r>
              <a:rPr lang="en-US" dirty="0">
                <a:solidFill>
                  <a:schemeClr val="bg1"/>
                </a:solidFill>
              </a:rPr>
              <a:t>Ideal for those who sit for long hours, suffer from poor posture, or seek pain relief in daily life.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-Supports natural spinal alignment.</a:t>
            </a:r>
          </a:p>
          <a:p>
            <a:r>
              <a:rPr lang="en-US" dirty="0">
                <a:solidFill>
                  <a:schemeClr val="bg1"/>
                </a:solidFill>
              </a:rPr>
              <a:t>-Helps relieve neck and upper back pain.</a:t>
            </a:r>
          </a:p>
          <a:p>
            <a:r>
              <a:rPr lang="en-US" dirty="0">
                <a:solidFill>
                  <a:schemeClr val="bg1"/>
                </a:solidFill>
              </a:rPr>
              <a:t>-Discreet, slim, and comfortable for everyday use.</a:t>
            </a:r>
            <a:endParaRPr lang="en-US" dirty="0">
              <a:solidFill>
                <a:schemeClr val="bg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4" name="תמונה 3" descr="תמונה שמכילה לבוש, אדם, גשר, וס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ADB9563-4112-DC21-87CE-2EB321A74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099" y="0"/>
            <a:ext cx="3606901" cy="5143500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B49256A-9957-ADE7-8018-4A08E3071479}"/>
              </a:ext>
            </a:extLst>
          </p:cNvPr>
          <p:cNvSpPr txBox="1"/>
          <p:nvPr/>
        </p:nvSpPr>
        <p:spPr>
          <a:xfrm>
            <a:off x="311700" y="141510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for Spine and Shoulders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98479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3F67-20A7-0A1A-8C0A-EE7D3937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 title="21-334 uriel | רקעים מצגות-18.png">
            <a:extLst>
              <a:ext uri="{FF2B5EF4-FFF2-40B4-BE49-F238E27FC236}">
                <a16:creationId xmlns:a16="http://schemas.microsoft.com/office/drawing/2014/main" id="{5CC32773-29C0-A983-A35E-5DB63D4B1B45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1995589" y="-1995588"/>
            <a:ext cx="5152824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B376A552-0CB3-AA02-6ACA-3428EEED781A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4215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3000" dirty="0" err="1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TaluAir</a:t>
            </a:r>
            <a: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 Shield</a:t>
            </a:r>
            <a:b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</a:br>
            <a: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Ankle Stabilizer</a:t>
            </a:r>
          </a:p>
        </p:txBody>
      </p:sp>
      <p:sp>
        <p:nvSpPr>
          <p:cNvPr id="7" name="Google Shape;63;p14">
            <a:extLst>
              <a:ext uri="{FF2B5EF4-FFF2-40B4-BE49-F238E27FC236}">
                <a16:creationId xmlns:a16="http://schemas.microsoft.com/office/drawing/2014/main" id="{9B13395C-C54E-E475-3746-C4C6F23B543D}"/>
              </a:ext>
            </a:extLst>
          </p:cNvPr>
          <p:cNvSpPr txBox="1">
            <a:spLocks/>
          </p:cNvSpPr>
          <p:nvPr/>
        </p:nvSpPr>
        <p:spPr>
          <a:xfrm>
            <a:off x="249199" y="1462750"/>
            <a:ext cx="4126857" cy="2562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TaluAir</a:t>
            </a:r>
            <a:r>
              <a:rPr lang="en-US" dirty="0">
                <a:solidFill>
                  <a:schemeClr val="bg1"/>
                </a:solidFill>
              </a:rPr>
              <a:t> Shield Ankle Stabilizer is a rigid ankle brace that restricts side-to-side movement and delivers strong lateral stabilization after acute sprains, ligament injuries, or instability. </a:t>
            </a:r>
          </a:p>
          <a:p>
            <a:r>
              <a:rPr lang="en-US" dirty="0">
                <a:solidFill>
                  <a:schemeClr val="bg1"/>
                </a:solidFill>
              </a:rPr>
              <a:t>The inflatable cushions allow a customized fit and help reduce swelling during the critical first days of recovery.</a:t>
            </a:r>
            <a:endParaRPr lang="en-US" dirty="0">
              <a:solidFill>
                <a:schemeClr val="bg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3" name="תמונה 2" descr="תמונה שמכילה לבוש, אדם, גשר, בחוץ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5FA67E3-FC76-4BAF-4FF6-E5BD1A65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000" y="0"/>
            <a:ext cx="5143500" cy="5143500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7A4F92A-3CC5-792D-1A21-DB7BD679F7C5}"/>
              </a:ext>
            </a:extLst>
          </p:cNvPr>
          <p:cNvSpPr txBox="1"/>
          <p:nvPr/>
        </p:nvSpPr>
        <p:spPr>
          <a:xfrm>
            <a:off x="311700" y="1462750"/>
            <a:ext cx="4890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FFFFFF"/>
                </a:solidFill>
                <a:latin typeface="NarkissHadash-Medium"/>
              </a:rPr>
              <a:t>Dual-sided Ankle Brace with Air Cushions</a:t>
            </a:r>
            <a:endParaRPr lang="he-IL" sz="18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E5B023C3-FBB4-FFAF-1726-6EC83D29C1F5}"/>
              </a:ext>
            </a:extLst>
          </p:cNvPr>
          <p:cNvSpPr txBox="1"/>
          <p:nvPr/>
        </p:nvSpPr>
        <p:spPr>
          <a:xfrm>
            <a:off x="249199" y="4098311"/>
            <a:ext cx="406154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u="none" strike="noStrike" baseline="0" dirty="0">
                <a:solidFill>
                  <a:srgbClr val="FFFFFF"/>
                </a:solidFill>
                <a:latin typeface="NarkissHadash-Semibold"/>
              </a:rPr>
              <a:t>Medical Indications:</a:t>
            </a:r>
          </a:p>
          <a:p>
            <a:pPr algn="l"/>
            <a:r>
              <a:rPr lang="en-US" sz="1100" b="0" i="0" u="none" strike="noStrike" baseline="0" dirty="0">
                <a:solidFill>
                  <a:srgbClr val="FFFFFF"/>
                </a:solidFill>
                <a:latin typeface="NarkissHadash-Regular"/>
              </a:rPr>
              <a:t>Acute ankle sprains, Chronic instability, Lateral ligament injuries, Post-trauma stabilization, Early rehabilitation phase.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233237834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200</Words>
  <Application>Microsoft Office PowerPoint</Application>
  <PresentationFormat>‫הצגה על המסך (16:9)</PresentationFormat>
  <Paragraphs>21</Paragraphs>
  <Slides>5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4" baseType="lpstr">
      <vt:lpstr>Assistant ExtraBold</vt:lpstr>
      <vt:lpstr>Assistant Light</vt:lpstr>
      <vt:lpstr>NarkissHadash-Medium</vt:lpstr>
      <vt:lpstr>Assistant</vt:lpstr>
      <vt:lpstr>NarkissHadash-Regular</vt:lpstr>
      <vt:lpstr>Calibri</vt:lpstr>
      <vt:lpstr>Arial</vt:lpstr>
      <vt:lpstr>NarkissHadash-Semibold</vt:lpstr>
      <vt:lpstr>Simple Light</vt:lpstr>
      <vt:lpstr>SHIELD SERIES</vt:lpstr>
      <vt:lpstr>GenuShield Knee Support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 Cohen</dc:creator>
  <cp:lastModifiedBy>Eyal Sadot</cp:lastModifiedBy>
  <cp:revision>5</cp:revision>
  <dcterms:modified xsi:type="dcterms:W3CDTF">2026-08-10T13:07:21Z</dcterms:modified>
</cp:coreProperties>
</file>