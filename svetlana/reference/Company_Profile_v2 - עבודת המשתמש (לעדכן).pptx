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3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7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319272"/>
            <a:ext cx="707507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28131"/>
            </a:avLst>
          </a:prstGeom>
          <a:solidFill>
            <a:srgbClr val="F2F2F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/tmp/claude-0/-home-user-the-5-agents/104e019b-481e-5835-b5aa-7854a99e3b07/scratchpad/uriel/assets/flags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9939"/>
            <a:ext cx="3977640" cy="7411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16A674BC-C34D-C992-3B1A-8F6EC6A2E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22250" y="366156"/>
            <a:ext cx="4102087" cy="3026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125DC-C58B-A807-085B-34B773050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9827" y="1030390"/>
            <a:ext cx="4102087" cy="302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6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פני אדם, אדם, צילום מסך&#10;&#10;התיאור נוצר באופן אוטומטי">
            <a:extLst>
              <a:ext uri="{FF2B5EF4-FFF2-40B4-BE49-F238E27FC236}">
                <a16:creationId xmlns:a16="http://schemas.microsoft.com/office/drawing/2014/main" id="{B8EBDE6D-DD9A-1EC3-B2D5-57F7364D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  <p:sp>
        <p:nvSpPr>
          <p:cNvPr id="2" name="סימן כפל 1">
            <a:extLst>
              <a:ext uri="{FF2B5EF4-FFF2-40B4-BE49-F238E27FC236}">
                <a16:creationId xmlns:a16="http://schemas.microsoft.com/office/drawing/2014/main" id="{A08415F6-86FC-B0C3-2FBF-3726C7269826}"/>
              </a:ext>
            </a:extLst>
          </p:cNvPr>
          <p:cNvSpPr/>
          <p:nvPr/>
        </p:nvSpPr>
        <p:spPr>
          <a:xfrm>
            <a:off x="1751162" y="5451893"/>
            <a:ext cx="1940943" cy="115593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סימן כפל 4">
            <a:extLst>
              <a:ext uri="{FF2B5EF4-FFF2-40B4-BE49-F238E27FC236}">
                <a16:creationId xmlns:a16="http://schemas.microsoft.com/office/drawing/2014/main" id="{E61DB7B0-CC15-56FD-643B-A9E870BF1348}"/>
              </a:ext>
            </a:extLst>
          </p:cNvPr>
          <p:cNvSpPr/>
          <p:nvPr/>
        </p:nvSpPr>
        <p:spPr>
          <a:xfrm>
            <a:off x="6613586" y="3525328"/>
            <a:ext cx="1940943" cy="140610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סימן כפל 6">
            <a:extLst>
              <a:ext uri="{FF2B5EF4-FFF2-40B4-BE49-F238E27FC236}">
                <a16:creationId xmlns:a16="http://schemas.microsoft.com/office/drawing/2014/main" id="{48113E13-505A-60B9-7D28-A52D1F7B06BD}"/>
              </a:ext>
            </a:extLst>
          </p:cNvPr>
          <p:cNvSpPr/>
          <p:nvPr/>
        </p:nvSpPr>
        <p:spPr>
          <a:xfrm>
            <a:off x="273170" y="5328248"/>
            <a:ext cx="1940943" cy="115593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BE62AA7F-DA22-DEA7-0CE8-AF076161123C}"/>
              </a:ext>
            </a:extLst>
          </p:cNvPr>
          <p:cNvSpPr txBox="1"/>
          <p:nvPr/>
        </p:nvSpPr>
        <p:spPr>
          <a:xfrm>
            <a:off x="1958196" y="5201728"/>
            <a:ext cx="31831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dirty="0"/>
              <a:t>EYAL SADOT – VP SALES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9027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