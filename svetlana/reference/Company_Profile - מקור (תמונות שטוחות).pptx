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73" r:id="rId4"/>
    <p:sldId id="275" r:id="rId5"/>
    <p:sldId id="258" r:id="rId6"/>
    <p:sldId id="259" r:id="rId7"/>
  </p:sldIdLst>
  <p:sldSz cx="12192000" cy="6858000"/>
  <p:notesSz cx="6858000" cy="9144000"/>
  <p:defaultTextStyle>
    <a:defPPr>
      <a:defRPr lang="en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0D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סגנון ביניים 2 - הדגשה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998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93655D5-7B76-BDB2-D9B2-433ECE4B2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163DF22-3979-AEED-67F9-FFA6CD8B4A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DF4C6B0-6865-9368-4A2A-5F992B973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91AE897-159A-FE08-2B04-BEA2D209F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42E9A4F-16BB-D175-FAA5-3926D3C00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17541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25312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7B75F83-BCB1-4B12-A816-9BFA8C0D4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5416C64-EEAC-E597-C67C-862853125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76EB92B-E76E-FBAB-C215-1FC745F3A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AC925C5-1874-EC92-1041-5CB03A971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744C32C-730C-AAA6-1858-8CFC9B043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2257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3961AAB-9C72-2379-0782-0BA4AD4A4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7F69A76-C002-A3EA-DCCD-1FABDD769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82C4C56E-D457-2853-96BA-3127F904D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0DEA4C6-3BF0-4249-2C99-647166635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455BA81-6A9D-13D2-A593-7A87C28EB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122330C-FF64-3101-BE69-02E15C631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9029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5C1FAC-5FF4-0B59-4531-3DD3B20D9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B1611AB-ABBA-DA78-AB2E-3CD2D420A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78590BE-75B3-1AD8-1BA7-297B072F5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A85205DA-C2D3-42C8-876B-BE88FEC677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CBBE61D1-0D81-A7BF-82F1-8C9AACAE80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BE35E78D-9F79-340D-2AFF-FC6C7F036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9CB09053-5BDF-1BC5-0BB4-09B3C7D83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42ADDDC0-B589-4E9A-8A3E-2F1BCBFAB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67055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EBF8E03-04EC-D433-5A50-C8DBBEF2D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80D2DE77-9B1D-A8F6-39F2-83AB364C8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76EB72B3-36E6-629C-E1BB-B7FE2C080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9DA9D9B-DDFF-886C-E62B-5016B02FA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25849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B3C9AF8F-1C68-F68D-8E47-5099453F8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A8C2006C-C864-1BCA-350D-776A6C90D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B80805E-A7D9-59B1-F7FE-DB493EB7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87493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CB6E9FD-BDCA-8615-5C76-9AE455484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9BEE56B-884A-FF20-6F16-78E1FFA48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318CFB7-7D0E-5FF6-195E-0D12C73D7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A9EA98F-4AB6-617B-0ACB-46F84A97A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5323F00-1778-747D-4CA3-7BE566ED1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2B465A2-907D-FB84-6055-CBFCE4DE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63741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2FA106A-289E-871F-F5F5-8CC8CADFD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BEA8EC99-AB5D-08CE-C63E-479D1F26A8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B75CA46-2A8A-A500-73E6-574585BC6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9CE62B9-52EE-063D-A438-9E61AE151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A824396-F9DB-75DA-33C9-2B779900C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C378360-5782-0A4E-2B7D-485BDFF83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87860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3DEF039-C6BC-A819-D595-4A20803C2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03D74BD-55F5-0C77-6FD9-0CF39A901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DAA8960-576B-9503-F8FD-760E173FB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A77FD7E-A75B-13CC-CDBB-C7134997A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E207FB3-3023-8836-8CD2-AEE0C530B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1503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133AF92A-CF65-F8BD-9C54-9BD4A8F66A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E3758F1-E76F-F635-23AE-297B21E24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53EEDB9-1BD2-CF0C-1B70-668C29D4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C81EF60-A0DC-1B56-1082-11B501071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74F17FA-932C-6CCC-0DA8-3922C316E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2555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DF0BBCCB-73E7-59B5-1FA6-454B6536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956500C-A04C-EC5C-FB8B-FB20266DF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A44FF6E-D523-BBE0-054B-C69A1CA79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3201DA7-8EE9-7183-0C56-4477E25239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915B221-736A-9F3F-D305-29A35AB23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84146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 descr="תמונה שמכילה ריקוד, טקסט, ברך, הנעלה&#10;&#10;התיאור נוצר באופן אוטומטי">
            <a:extLst>
              <a:ext uri="{FF2B5EF4-FFF2-40B4-BE49-F238E27FC236}">
                <a16:creationId xmlns:a16="http://schemas.microsoft.com/office/drawing/2014/main" id="{E96E03AD-8AAD-8EFA-7738-750EC6253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3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700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 descr="תמונה שמכילה טקסט, לבוש, הנעלה, צילום מסך&#10;&#10;התיאור נוצר באופן אוטומטי">
            <a:extLst>
              <a:ext uri="{FF2B5EF4-FFF2-40B4-BE49-F238E27FC236}">
                <a16:creationId xmlns:a16="http://schemas.microsoft.com/office/drawing/2014/main" id="{38024BC1-98A6-43BA-1DA2-9805874FBE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3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559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 descr="תמונה שמכילה טקסט, פני אדם, אדם, צילום מסך&#10;&#10;התיאור נוצר באופן אוטומטי">
            <a:extLst>
              <a:ext uri="{FF2B5EF4-FFF2-40B4-BE49-F238E27FC236}">
                <a16:creationId xmlns:a16="http://schemas.microsoft.com/office/drawing/2014/main" id="{B8EBDE6D-DD9A-1EC3-B2D5-57F7364D7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3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277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תמונה שמכילה טקסט, צילום מסך, גופן, לוגו&#10;&#10;התיאור נוצר באופן אוטומטי">
            <a:extLst>
              <a:ext uri="{FF2B5EF4-FFF2-40B4-BE49-F238E27FC236}">
                <a16:creationId xmlns:a16="http://schemas.microsoft.com/office/drawing/2014/main" id="{597C6DD3-759B-9C49-B8EB-8541DA8E2B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3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739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 descr="תמונה שמכילה טקסט, מכונת תפירה, תפירה, כלי&#10;&#10;התיאור נוצר באופן אוטומטי">
            <a:extLst>
              <a:ext uri="{FF2B5EF4-FFF2-40B4-BE49-F238E27FC236}">
                <a16:creationId xmlns:a16="http://schemas.microsoft.com/office/drawing/2014/main" id="{5DB6038D-A0E1-E6C4-4653-D90C27012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97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135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 descr="תמונה שמכילה טקסט, ריקוד, הנעלה, לבוש&#10;&#10;התיאור נוצר באופן אוטומטי">
            <a:extLst>
              <a:ext uri="{FF2B5EF4-FFF2-40B4-BE49-F238E27FC236}">
                <a16:creationId xmlns:a16="http://schemas.microsoft.com/office/drawing/2014/main" id="{52FBA3A5-FD21-8524-E1C9-B20FF2810E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97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482205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1300</TotalTime>
  <Words>0</Words>
  <Application>Microsoft Office PowerPoint</Application>
  <PresentationFormat>מסך רחב</PresentationFormat>
  <Paragraphs>0</Paragraphs>
  <Slides>6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Natali graphics Meditex</dc:creator>
  <cp:lastModifiedBy>Eyal Sadot</cp:lastModifiedBy>
  <cp:revision>35</cp:revision>
  <dcterms:created xsi:type="dcterms:W3CDTF">2024-03-05T12:29:32Z</dcterms:created>
  <dcterms:modified xsi:type="dcterms:W3CDTF">2026-08-02T07:16:37Z</dcterms:modified>
</cp:coreProperties>
</file>