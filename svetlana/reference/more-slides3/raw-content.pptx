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notesMasterIdLst>
    <p:notesMasterId r:id="rId7"/>
  </p:notesMasterIdLst>
  <p:sldIdLst>
    <p:sldId id="391" r:id="rId2"/>
    <p:sldId id="389" r:id="rId3"/>
    <p:sldId id="295" r:id="rId4"/>
    <p:sldId id="286" r:id="rId5"/>
    <p:sldId id="380" r:id="rId6"/>
  </p:sldIdLst>
  <p:sldSz cx="12192000" cy="6858000"/>
  <p:notesSz cx="7315200" cy="96012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7213CD0-03F1-3C81-3727-0B5A77B8EA9C}" name="Dana Cohen" initials="DC" userId="S::Dana@uriel.co.il::504f8ca9-898f-4791-acac-da0d2a0378f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F3F3F"/>
    <a:srgbClr val="000000"/>
    <a:srgbClr val="FFD600"/>
    <a:srgbClr val="002871"/>
    <a:srgbClr val="BAAA48"/>
    <a:srgbClr val="002765"/>
    <a:srgbClr val="A7A7A7"/>
    <a:srgbClr val="B2B2B2"/>
    <a:srgbClr val="BFBFBF"/>
    <a:srgbClr val="B9A8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00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69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8/10/relationships/authors" Target="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4145281" y="0"/>
            <a:ext cx="3169920" cy="48172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694" y="0"/>
            <a:ext cx="3169920" cy="48172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AD05C8D1-B9F8-4281-91C2-67743D3EAEFA}" type="datetimeFigureOut">
              <a:rPr lang="he-IL" smtClean="0"/>
              <a:t>כ"ה/אב/תשפ"ו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731521" y="4620577"/>
            <a:ext cx="5852160" cy="3780473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4145281" y="9119475"/>
            <a:ext cx="3169920" cy="48172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694" y="9119475"/>
            <a:ext cx="3169920" cy="48172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D7A201AB-B1CA-4148-91F3-835FFEC4CA7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69422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A685511-7CA3-464A-52E1-EE154B450A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4DEFD546-ACCF-B837-BFD3-80BFE2C4D7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8145E3F3-1B37-AE97-F8C4-7B5A829E3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D5E38-D91C-407B-A440-4430A5F31E23}" type="datetimeFigureOut">
              <a:rPr lang="he-IL" smtClean="0"/>
              <a:t>כ"ה/אב/תשפ"ו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1EB1AA1C-6E8E-6484-F1CB-0586CF287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21A5F61A-05E9-0974-FC72-CC6DD06CE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C4D63-538C-42CB-9DD5-C95FFC573DE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05259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2F1CBEE-BB3D-2BDD-860C-AFF9AD7E6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46DF5697-59E5-5D41-CA79-EAD49D7004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C1A634DF-10AB-F87F-1957-4AEC61FB6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D5E38-D91C-407B-A440-4430A5F31E23}" type="datetimeFigureOut">
              <a:rPr lang="he-IL" smtClean="0"/>
              <a:t>כ"ה/אב/תשפ"ו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8327A5C6-CCCD-C1EB-5932-215CADCB0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414EABF2-2066-1FE5-05C6-D3ED882B8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C4D63-538C-42CB-9DD5-C95FFC573DE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406862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F2B0220-AFAF-C9EB-326E-6EDDFB4BC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C9BCBB3E-CFB3-0E9C-45CF-D45D17B44A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0AAE685E-870E-CFFF-8AED-68E9ADF09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D5E38-D91C-407B-A440-4430A5F31E23}" type="datetimeFigureOut">
              <a:rPr lang="he-IL" smtClean="0"/>
              <a:t>כ"ה/אב/תשפ"ו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7B1C9A0A-71EC-4923-3853-6105CED7A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76DD3BED-C8C0-9685-75A6-70492CBB0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C4D63-538C-42CB-9DD5-C95FFC573DE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21992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4C51C04-274B-C409-1359-477BC6A3A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DC8E471A-FE9C-2F41-1D01-A17766AE46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073FBD1F-8A86-35EE-886F-D9B14B429D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1AAB789B-A893-38EA-C95A-AF7645BBE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D5E38-D91C-407B-A440-4430A5F31E23}" type="datetimeFigureOut">
              <a:rPr lang="he-IL" smtClean="0"/>
              <a:t>כ"ה/אב/תשפ"ו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14D5BA75-59C0-FF93-A165-BB5FA9954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B651E513-166F-03AC-A69B-49366E296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C4D63-538C-42CB-9DD5-C95FFC573DE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611896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E6D394C-AC99-B2D3-4604-63A6C218F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D62C2B7F-3D0D-8968-11CA-0E01418E01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3CB80631-05C1-DB6A-28FC-059C7112B4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75FBEEFD-0BD9-288D-8821-8EE08FEF7C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0E22C8EF-B71E-38CF-F4C8-BE8E847E5A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385F95D8-445C-285D-CAB1-0A0751BD7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D5E38-D91C-407B-A440-4430A5F31E23}" type="datetimeFigureOut">
              <a:rPr lang="he-IL" smtClean="0"/>
              <a:t>כ"ה/אב/תשפ"ו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2AC6E576-3327-D397-D1F5-A38D60F7C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C55B0A36-1BD3-202B-63B3-63D6B58E7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C4D63-538C-42CB-9DD5-C95FFC573DE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55229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61A0F52-B344-7307-F497-E9BE4B572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FD8A0B60-8F72-FD4A-0A79-68E63F98D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D5E38-D91C-407B-A440-4430A5F31E23}" type="datetimeFigureOut">
              <a:rPr lang="he-IL" smtClean="0"/>
              <a:t>כ"ה/אב/תשפ"ו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F8E15AF2-D652-C507-A900-728A41340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B40173B4-D635-43DB-F3DE-E5554D2A0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C4D63-538C-42CB-9DD5-C95FFC573DE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51520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326375EB-A2D2-9982-D32A-65765475C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D5E38-D91C-407B-A440-4430A5F31E23}" type="datetimeFigureOut">
              <a:rPr lang="he-IL" smtClean="0"/>
              <a:t>כ"ה/אב/תשפ"ו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97E73E7D-ADD6-8AFD-4371-41CDC1A0C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E7316A17-9CDE-D4D6-FF94-48A7F0FC5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C4D63-538C-42CB-9DD5-C95FFC573DE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900693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89D956D-8A38-1CDF-1D5A-F660B6327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AC661EDD-463A-268A-06E3-F463733EA2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14354895-9DCD-D10B-D826-8DA1E0985B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30235E12-C9A9-A73B-7B70-F4BCDAB1A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D5E38-D91C-407B-A440-4430A5F31E23}" type="datetimeFigureOut">
              <a:rPr lang="he-IL" smtClean="0"/>
              <a:t>כ"ה/אב/תשפ"ו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EDD2FB74-282E-3FF8-C269-EFB7BE806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3A04EA3B-D34B-D5D1-917E-7925EEB9B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C4D63-538C-42CB-9DD5-C95FFC573DE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253400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162811F-5411-4378-4E18-F01BAFF26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83F6815A-C521-E2CB-BCF3-C94C391097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5C3D806E-DCD7-9A0E-0EC1-1F2509BF41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28C5625D-402E-42B7-AD1B-DF76F92B4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D5E38-D91C-407B-A440-4430A5F31E23}" type="datetimeFigureOut">
              <a:rPr lang="he-IL" smtClean="0"/>
              <a:t>כ"ה/אב/תשפ"ו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219F9A54-D4BA-5056-9D11-5FFC55EE2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6958AEEE-99A7-2A63-FB61-D20EF5AD7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C4D63-538C-42CB-9DD5-C95FFC573DE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006038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DA68AED-8901-AA0F-276D-29E7841E4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FB878854-16F9-ECDA-D367-6B60DA833D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62D5AF97-671B-0834-1D42-16E424F74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D5E38-D91C-407B-A440-4430A5F31E23}" type="datetimeFigureOut">
              <a:rPr lang="he-IL" smtClean="0"/>
              <a:t>כ"ה/אב/תשפ"ו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C4D27646-83AE-BE1E-DDDB-62ABE91A8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A337AA20-C84E-F447-7280-0CC33103E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C4D63-538C-42CB-9DD5-C95FFC573DE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505248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E7DF07FA-F2E0-AC64-0130-D25E12AC28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25CCADFD-C64A-89BA-B396-2A2EA5DB9A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627AADD1-4897-506A-0D9C-EDD5C0C95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D5E38-D91C-407B-A440-4430A5F31E23}" type="datetimeFigureOut">
              <a:rPr lang="he-IL" smtClean="0"/>
              <a:t>כ"ה/אב/תשפ"ו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F58BC92A-3607-E4A8-5020-015E5DE05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6D062F50-A123-9F6B-64F4-30CA1C847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C4D63-538C-42CB-9DD5-C95FFC573DE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64984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493EA5ED-EBAF-71CA-8D21-DE31FACD7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06C738AD-4471-F17E-EFD9-4DB2B49689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3B7FC8C8-0B44-78A9-5BCD-CECE95179A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BD5E38-D91C-407B-A440-4430A5F31E23}" type="datetimeFigureOut">
              <a:rPr lang="he-IL" smtClean="0"/>
              <a:t>כ"ה/אב/תשפ"ו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9D3A01CC-C1AF-87D5-E878-C477E08847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F420BFF3-AEB3-41C6-E5AB-E541078928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4C4D63-538C-42CB-9DD5-C95FFC573DE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33161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jpe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תמונה 13">
            <a:extLst>
              <a:ext uri="{FF2B5EF4-FFF2-40B4-BE49-F238E27FC236}">
                <a16:creationId xmlns:a16="http://schemas.microsoft.com/office/drawing/2014/main" id="{BE481059-925E-A217-40A9-07D962EF88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692406" cy="6010668"/>
          </a:xfrm>
          <a:prstGeom prst="rect">
            <a:avLst/>
          </a:prstGeom>
        </p:spPr>
      </p:pic>
      <p:sp>
        <p:nvSpPr>
          <p:cNvPr id="15" name="TextBox 10">
            <a:extLst>
              <a:ext uri="{FF2B5EF4-FFF2-40B4-BE49-F238E27FC236}">
                <a16:creationId xmlns:a16="http://schemas.microsoft.com/office/drawing/2014/main" id="{9BA51775-ED2A-8F10-91A7-53C117CFE2DD}"/>
              </a:ext>
            </a:extLst>
          </p:cNvPr>
          <p:cNvSpPr txBox="1"/>
          <p:nvPr/>
        </p:nvSpPr>
        <p:spPr>
          <a:xfrm>
            <a:off x="-889726" y="606911"/>
            <a:ext cx="6869612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lang="en-US" sz="5400" b="1" spc="-153" dirty="0">
                <a:latin typeface="Calibri" panose="020F0502020204030204" pitchFamily="34" charset="0"/>
                <a:ea typeface="Open Sans Light"/>
                <a:cs typeface="Open Sans Light"/>
              </a:rPr>
              <a:t>URIEL</a:t>
            </a:r>
            <a:r>
              <a:rPr lang="en-US" sz="4400" b="1" spc="-153" dirty="0">
                <a:latin typeface="Calibri" panose="020F0502020204030204" pitchFamily="34" charset="0"/>
                <a:ea typeface="Open Sans Light"/>
                <a:cs typeface="Open Sans Light"/>
              </a:rPr>
              <a:t> R&amp;D</a:t>
            </a:r>
          </a:p>
          <a:p>
            <a:pPr algn="ctr" rtl="0"/>
            <a:r>
              <a:rPr lang="en-US" sz="4400" b="1" spc="-153" dirty="0">
                <a:latin typeface="Calibri" panose="020F0502020204030204" pitchFamily="34" charset="0"/>
                <a:ea typeface="Open Sans Light"/>
                <a:cs typeface="Open Sans Light"/>
              </a:rPr>
              <a:t>STRATEGY</a:t>
            </a:r>
          </a:p>
        </p:txBody>
      </p:sp>
      <p:sp>
        <p:nvSpPr>
          <p:cNvPr id="16" name="תיבת טקסט 15">
            <a:extLst>
              <a:ext uri="{FF2B5EF4-FFF2-40B4-BE49-F238E27FC236}">
                <a16:creationId xmlns:a16="http://schemas.microsoft.com/office/drawing/2014/main" id="{324FBFC0-92C1-B1C6-4DC1-FDA1AF6C2599}"/>
              </a:ext>
            </a:extLst>
          </p:cNvPr>
          <p:cNvSpPr txBox="1"/>
          <p:nvPr/>
        </p:nvSpPr>
        <p:spPr>
          <a:xfrm>
            <a:off x="7355839" y="278448"/>
            <a:ext cx="4859975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 rtl="0">
              <a:buFont typeface="Wingdings" panose="05000000000000000000" pitchFamily="2" charset="2"/>
              <a:buChar char="ü"/>
            </a:pPr>
            <a:r>
              <a:rPr lang="en-US" sz="3200" dirty="0">
                <a:effectLst/>
              </a:rPr>
              <a:t>Innovation technology: wearables</a:t>
            </a:r>
          </a:p>
          <a:p>
            <a:pPr marL="457200" indent="-457200" algn="l" rtl="0">
              <a:buFont typeface="Wingdings" panose="05000000000000000000" pitchFamily="2" charset="2"/>
              <a:buChar char="ü"/>
            </a:pPr>
            <a:r>
              <a:rPr lang="en-US" sz="3200" dirty="0">
                <a:effectLst/>
              </a:rPr>
              <a:t>Innovative, functional &amp; design</a:t>
            </a:r>
          </a:p>
          <a:p>
            <a:pPr marL="457200" indent="-457200" algn="l" rtl="0">
              <a:buFont typeface="Wingdings" panose="05000000000000000000" pitchFamily="2" charset="2"/>
              <a:buChar char="ü"/>
            </a:pPr>
            <a:r>
              <a:rPr lang="en-US" sz="3200" dirty="0">
                <a:effectLst/>
              </a:rPr>
              <a:t>innovative design update</a:t>
            </a:r>
          </a:p>
        </p:txBody>
      </p:sp>
      <p:pic>
        <p:nvPicPr>
          <p:cNvPr id="3" name="תמונה 2">
            <a:extLst>
              <a:ext uri="{FF2B5EF4-FFF2-40B4-BE49-F238E27FC236}">
                <a16:creationId xmlns:a16="http://schemas.microsoft.com/office/drawing/2014/main" id="{CA6A26B4-94D7-B1B5-1151-59367F7CC4A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973"/>
          <a:stretch>
            <a:fillRect/>
          </a:stretch>
        </p:blipFill>
        <p:spPr>
          <a:xfrm>
            <a:off x="3758102" y="1506435"/>
            <a:ext cx="3373868" cy="5270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4332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CC92B87-02D3-FD8F-2678-0698B5F47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/>
          </a:p>
        </p:txBody>
      </p:sp>
      <p:pic>
        <p:nvPicPr>
          <p:cNvPr id="6" name="מציין מיקום תוכן 5" descr="תמונה שמכילה טקסט, לבוש, גשר&#10;&#10;התיאור נוצר באופן אוטומטי">
            <a:extLst>
              <a:ext uri="{FF2B5EF4-FFF2-40B4-BE49-F238E27FC236}">
                <a16:creationId xmlns:a16="http://schemas.microsoft.com/office/drawing/2014/main" id="{6D70C983-AADC-C5BB-B8BA-38EC3735D0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9728" cy="6858000"/>
          </a:xfrm>
        </p:spPr>
      </p:pic>
    </p:spTree>
    <p:extLst>
      <p:ext uri="{BB962C8B-B14F-4D97-AF65-F5344CB8AC3E}">
        <p14:creationId xmlns:p14="http://schemas.microsoft.com/office/powerpoint/2010/main" val="1877905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>
            <a:extLst>
              <a:ext uri="{FF2B5EF4-FFF2-40B4-BE49-F238E27FC236}">
                <a16:creationId xmlns:a16="http://schemas.microsoft.com/office/drawing/2014/main" id="{3B74B2F1-F405-3FFD-CE89-3EB1B32482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064" y="0"/>
            <a:ext cx="12199729" cy="6858000"/>
          </a:xfrm>
          <a:prstGeom prst="rect">
            <a:avLst/>
          </a:prstGeom>
        </p:spPr>
      </p:pic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4273A283-6180-FB70-92C6-E1B053BE3528}"/>
              </a:ext>
            </a:extLst>
          </p:cNvPr>
          <p:cNvSpPr txBox="1"/>
          <p:nvPr/>
        </p:nvSpPr>
        <p:spPr>
          <a:xfrm>
            <a:off x="487460" y="2179096"/>
            <a:ext cx="6094674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4400" b="1" spc="-153" dirty="0">
                <a:latin typeface="Calibri" panose="020F0502020204030204" pitchFamily="34" charset="0"/>
                <a:ea typeface="Open Sans Light"/>
                <a:cs typeface="Open Sans Light"/>
              </a:rPr>
              <a:t>Consumers LOVE URIEL!</a:t>
            </a:r>
          </a:p>
          <a:p>
            <a:pPr algn="l"/>
            <a:endParaRPr lang="he-IL" sz="4400" b="1" spc="-153" dirty="0">
              <a:latin typeface="Calibri" panose="020F0502020204030204" pitchFamily="34" charset="0"/>
              <a:ea typeface="Open Sans Light"/>
            </a:endParaRPr>
          </a:p>
        </p:txBody>
      </p:sp>
      <p:pic>
        <p:nvPicPr>
          <p:cNvPr id="12" name="תמונה 11">
            <a:extLst>
              <a:ext uri="{FF2B5EF4-FFF2-40B4-BE49-F238E27FC236}">
                <a16:creationId xmlns:a16="http://schemas.microsoft.com/office/drawing/2014/main" id="{3305E25E-35BD-C7E1-B2A4-CBC4619251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3139" y="5199522"/>
            <a:ext cx="5950227" cy="138054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8" name="תיבת טקסט 17">
            <a:extLst>
              <a:ext uri="{FF2B5EF4-FFF2-40B4-BE49-F238E27FC236}">
                <a16:creationId xmlns:a16="http://schemas.microsoft.com/office/drawing/2014/main" id="{8D0E06EA-ABD1-D716-6907-B45A88DF44D4}"/>
              </a:ext>
            </a:extLst>
          </p:cNvPr>
          <p:cNvSpPr txBox="1"/>
          <p:nvPr/>
        </p:nvSpPr>
        <p:spPr>
          <a:xfrm>
            <a:off x="140892" y="3355226"/>
            <a:ext cx="623779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spc="-153" dirty="0">
                <a:latin typeface="Calibri" panose="020F0502020204030204" pitchFamily="34" charset="0"/>
                <a:ea typeface="Open Sans Light"/>
                <a:cs typeface="Open Sans Light"/>
              </a:rPr>
              <a:t>URIEL consumers are URIEL’s best ambassadors,</a:t>
            </a:r>
          </a:p>
          <a:p>
            <a:pPr algn="ctr"/>
            <a:r>
              <a:rPr lang="en-US" sz="2400" spc="-153" dirty="0">
                <a:latin typeface="Calibri" panose="020F0502020204030204" pitchFamily="34" charset="0"/>
                <a:ea typeface="Open Sans Light"/>
                <a:cs typeface="Open Sans Light"/>
              </a:rPr>
              <a:t>with 8000+ REVIEWS AND VIDEOS.</a:t>
            </a:r>
            <a:endParaRPr lang="he-IL" sz="2400" spc="-153" dirty="0">
              <a:latin typeface="Calibri" panose="020F0502020204030204" pitchFamily="34" charset="0"/>
              <a:ea typeface="Open Sans Light"/>
            </a:endParaRPr>
          </a:p>
        </p:txBody>
      </p:sp>
      <p:pic>
        <p:nvPicPr>
          <p:cNvPr id="19" name="תמונה 18">
            <a:extLst>
              <a:ext uri="{FF2B5EF4-FFF2-40B4-BE49-F238E27FC236}">
                <a16:creationId xmlns:a16="http://schemas.microsoft.com/office/drawing/2014/main" id="{6FD1C23F-ED75-E652-147E-D1A8BFAD2F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3139" y="3356485"/>
            <a:ext cx="4948238" cy="17145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2" name="תמונה 21">
            <a:extLst>
              <a:ext uri="{FF2B5EF4-FFF2-40B4-BE49-F238E27FC236}">
                <a16:creationId xmlns:a16="http://schemas.microsoft.com/office/drawing/2014/main" id="{AB47500B-8A3B-BF3C-ADAD-6276CB6932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3139" y="2028385"/>
            <a:ext cx="5052722" cy="114021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3" name="תמונה 22">
            <a:extLst>
              <a:ext uri="{FF2B5EF4-FFF2-40B4-BE49-F238E27FC236}">
                <a16:creationId xmlns:a16="http://schemas.microsoft.com/office/drawing/2014/main" id="{B83FD0CB-BD8B-BB8E-05A3-B9B9C510AD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3139" y="224920"/>
            <a:ext cx="5000480" cy="136611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051128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תמונה 8">
            <a:extLst>
              <a:ext uri="{FF2B5EF4-FFF2-40B4-BE49-F238E27FC236}">
                <a16:creationId xmlns:a16="http://schemas.microsoft.com/office/drawing/2014/main" id="{D07048BD-669E-6FA8-D4CF-E83F30366E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3620"/>
            <a:ext cx="12206167" cy="6861619"/>
          </a:xfrm>
          <a:prstGeom prst="rect">
            <a:avLst/>
          </a:prstGeom>
        </p:spPr>
      </p:pic>
      <p:pic>
        <p:nvPicPr>
          <p:cNvPr id="5" name="תמונה 4">
            <a:extLst>
              <a:ext uri="{FF2B5EF4-FFF2-40B4-BE49-F238E27FC236}">
                <a16:creationId xmlns:a16="http://schemas.microsoft.com/office/drawing/2014/main" id="{1BE9532D-F3C9-625E-EC09-AC9C8D62AB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6408" y="5457824"/>
            <a:ext cx="2144885" cy="1840233"/>
          </a:xfrm>
          <a:prstGeom prst="rect">
            <a:avLst/>
          </a:prstGeom>
        </p:spPr>
      </p:pic>
      <p:pic>
        <p:nvPicPr>
          <p:cNvPr id="8" name="תמונה 7" descr="תמונה שמכילה טקסט, מקורה&#10;&#10;התיאור נוצר באופן אוטומטי">
            <a:extLst>
              <a:ext uri="{FF2B5EF4-FFF2-40B4-BE49-F238E27FC236}">
                <a16:creationId xmlns:a16="http://schemas.microsoft.com/office/drawing/2014/main" id="{B4FEEB4B-5269-90CB-D073-EF0A057F99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5633" y="-3619"/>
            <a:ext cx="2486367" cy="33151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6" name="תמונה 15" descr="תמונה שמכילה מקורה, אוטומט&#10;&#10;התיאור נוצר באופן אוטומטי">
            <a:extLst>
              <a:ext uri="{FF2B5EF4-FFF2-40B4-BE49-F238E27FC236}">
                <a16:creationId xmlns:a16="http://schemas.microsoft.com/office/drawing/2014/main" id="{7F5999CA-4642-E78D-641E-235DC2A1C2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5633" y="3542844"/>
            <a:ext cx="2486367" cy="33151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8" name="תמונה 17">
            <a:extLst>
              <a:ext uri="{FF2B5EF4-FFF2-40B4-BE49-F238E27FC236}">
                <a16:creationId xmlns:a16="http://schemas.microsoft.com/office/drawing/2014/main" id="{DF329EF3-36AB-6059-45F0-0963A98A55F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0684" y="2105025"/>
            <a:ext cx="4533900" cy="47529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0" name="תמונה 19">
            <a:extLst>
              <a:ext uri="{FF2B5EF4-FFF2-40B4-BE49-F238E27FC236}">
                <a16:creationId xmlns:a16="http://schemas.microsoft.com/office/drawing/2014/main" id="{8579856D-A0FB-E68D-54D0-2078A704FC0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2105025"/>
            <a:ext cx="4500045" cy="47529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" name="תמונה 2">
            <a:extLst>
              <a:ext uri="{FF2B5EF4-FFF2-40B4-BE49-F238E27FC236}">
                <a16:creationId xmlns:a16="http://schemas.microsoft.com/office/drawing/2014/main" id="{6722EB0F-BCA5-0A58-E3F6-E3FDA682FB1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0"/>
            <a:ext cx="10692406" cy="6010668"/>
          </a:xfrm>
          <a:prstGeom prst="rect">
            <a:avLst/>
          </a:prstGeom>
        </p:spPr>
      </p:pic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FD5B73B0-F205-739B-FB46-5ECDC010C0F1}"/>
              </a:ext>
            </a:extLst>
          </p:cNvPr>
          <p:cNvSpPr txBox="1"/>
          <p:nvPr/>
        </p:nvSpPr>
        <p:spPr>
          <a:xfrm>
            <a:off x="258173" y="592130"/>
            <a:ext cx="887669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4400" b="1" spc="-153" dirty="0">
                <a:latin typeface="Calibri" panose="020F0502020204030204" pitchFamily="34" charset="0"/>
                <a:ea typeface="Open Sans Light"/>
                <a:cs typeface="Open Sans Light"/>
              </a:rPr>
              <a:t>WE LOVE </a:t>
            </a:r>
          </a:p>
          <a:p>
            <a:pPr algn="l"/>
            <a:r>
              <a:rPr lang="en-US" sz="4400" b="1" spc="-153" dirty="0">
                <a:latin typeface="Calibri" panose="020F0502020204030204" pitchFamily="34" charset="0"/>
                <a:ea typeface="Open Sans Light"/>
                <a:cs typeface="Open Sans Light"/>
              </a:rPr>
              <a:t>INNOVATION</a:t>
            </a:r>
          </a:p>
          <a:p>
            <a:pPr algn="l"/>
            <a:endParaRPr lang="he-IL" sz="4400" i="0" u="none" strike="noStrike" baseline="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98209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תמונה 6">
            <a:extLst>
              <a:ext uri="{FF2B5EF4-FFF2-40B4-BE49-F238E27FC236}">
                <a16:creationId xmlns:a16="http://schemas.microsoft.com/office/drawing/2014/main" id="{9A6B5F00-1D54-01CC-9650-D4C0244166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3620"/>
            <a:ext cx="12206167" cy="6861619"/>
          </a:xfrm>
          <a:prstGeom prst="rect">
            <a:avLst/>
          </a:prstGeom>
        </p:spPr>
      </p:pic>
      <p:pic>
        <p:nvPicPr>
          <p:cNvPr id="8" name="תמונה 7">
            <a:extLst>
              <a:ext uri="{FF2B5EF4-FFF2-40B4-BE49-F238E27FC236}">
                <a16:creationId xmlns:a16="http://schemas.microsoft.com/office/drawing/2014/main" id="{2C3791D3-272E-3431-EAC5-AA8770EB1F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0"/>
            <a:ext cx="10692406" cy="6010668"/>
          </a:xfrm>
          <a:prstGeom prst="rect">
            <a:avLst/>
          </a:prstGeom>
        </p:spPr>
      </p:pic>
      <p:sp>
        <p:nvSpPr>
          <p:cNvPr id="9" name="תיבת טקסט 8">
            <a:extLst>
              <a:ext uri="{FF2B5EF4-FFF2-40B4-BE49-F238E27FC236}">
                <a16:creationId xmlns:a16="http://schemas.microsoft.com/office/drawing/2014/main" id="{DF31CCB1-A407-0CD9-7FEF-D7A5B36DC0C0}"/>
              </a:ext>
            </a:extLst>
          </p:cNvPr>
          <p:cNvSpPr txBox="1"/>
          <p:nvPr/>
        </p:nvSpPr>
        <p:spPr>
          <a:xfrm>
            <a:off x="258173" y="592130"/>
            <a:ext cx="887669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4400" b="1" spc="-153" dirty="0">
                <a:latin typeface="Calibri" panose="020F0502020204030204" pitchFamily="34" charset="0"/>
                <a:ea typeface="Open Sans Light"/>
                <a:cs typeface="Open Sans Light"/>
              </a:rPr>
              <a:t>JUST FOR</a:t>
            </a:r>
          </a:p>
          <a:p>
            <a:pPr algn="l"/>
            <a:r>
              <a:rPr lang="en-US" sz="4400" b="1" spc="-153" dirty="0">
                <a:latin typeface="Calibri" panose="020F0502020204030204" pitchFamily="34" charset="0"/>
                <a:ea typeface="Open Sans Light"/>
                <a:cs typeface="Open Sans Light"/>
              </a:rPr>
              <a:t>YOU</a:t>
            </a:r>
          </a:p>
          <a:p>
            <a:pPr algn="l"/>
            <a:endParaRPr lang="he-IL" sz="4400" b="0" i="0" u="none" strike="noStrike" baseline="0" dirty="0">
              <a:latin typeface="Calibri" panose="020F0502020204030204" pitchFamily="34" charset="0"/>
            </a:endParaRPr>
          </a:p>
        </p:txBody>
      </p:sp>
      <p:pic>
        <p:nvPicPr>
          <p:cNvPr id="11" name="תמונה 10">
            <a:extLst>
              <a:ext uri="{FF2B5EF4-FFF2-40B4-BE49-F238E27FC236}">
                <a16:creationId xmlns:a16="http://schemas.microsoft.com/office/drawing/2014/main" id="{BA016EA5-576B-5817-396D-1419254FF1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1295" y="2617780"/>
            <a:ext cx="2983665" cy="424021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7" name="מציין מיקום תוכן 4" descr="תמונה שמכילה טקסט&#10;&#10;התיאור נוצר באופן אוטומטי">
            <a:extLst>
              <a:ext uri="{FF2B5EF4-FFF2-40B4-BE49-F238E27FC236}">
                <a16:creationId xmlns:a16="http://schemas.microsoft.com/office/drawing/2014/main" id="{3DE27881-257D-DD85-5927-18396011FB6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7462" y="3106878"/>
            <a:ext cx="2651876" cy="375112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8" name="תמונה 17">
            <a:extLst>
              <a:ext uri="{FF2B5EF4-FFF2-40B4-BE49-F238E27FC236}">
                <a16:creationId xmlns:a16="http://schemas.microsoft.com/office/drawing/2014/main" id="{18C03F01-1133-1DDD-2E11-F81AE9EF60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40544" y="3106878"/>
            <a:ext cx="2637488" cy="372996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33411926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12182</TotalTime>
  <Words>41</Words>
  <Application>Microsoft Office PowerPoint</Application>
  <PresentationFormat>מסך רחב</PresentationFormat>
  <Paragraphs>12</Paragraphs>
  <Slides>5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Wingdings</vt:lpstr>
      <vt:lpstr>ערכת נושא Office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MEDITEX GROUP</dc:title>
  <dc:creator>Dana Cohen</dc:creator>
  <cp:lastModifiedBy>Eyal Sadot</cp:lastModifiedBy>
  <cp:revision>144</cp:revision>
  <cp:lastPrinted>2023-09-21T09:54:11Z</cp:lastPrinted>
  <dcterms:created xsi:type="dcterms:W3CDTF">2022-11-27T08:26:56Z</dcterms:created>
  <dcterms:modified xsi:type="dcterms:W3CDTF">2026-08-08T14:27:20Z</dcterms:modified>
</cp:coreProperties>
</file>