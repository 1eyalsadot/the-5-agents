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74" r:id="rId3"/>
    <p:sldId id="277" r:id="rId4"/>
    <p:sldId id="260" r:id="rId5"/>
  </p:sldIdLst>
  <p:sldSz cx="12192000" cy="6858000"/>
  <p:notesSz cx="6858000" cy="9144000"/>
  <p:defaultTextStyle>
    <a:defPPr>
      <a:defRPr lang="en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0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סגנון ביניים 2 - הדגשה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98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7541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531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2257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02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705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2584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87493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6374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87860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1503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255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84146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ריקוד, טקסט, ברך, הנעלה&#10;&#10;התיאור נוצר באופן אוטומטי">
            <a:extLst>
              <a:ext uri="{FF2B5EF4-FFF2-40B4-BE49-F238E27FC236}">
                <a16:creationId xmlns:a16="http://schemas.microsoft.com/office/drawing/2014/main" id="{E96E03AD-8AAD-8EFA-7738-750EC6253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00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 descr="תמונה שמכילה טקסט, פני אדם, צילום מסך, אדם&#10;&#10;התיאור נוצר באופן אוטומטי">
            <a:extLst>
              <a:ext uri="{FF2B5EF4-FFF2-40B4-BE49-F238E27FC236}">
                <a16:creationId xmlns:a16="http://schemas.microsoft.com/office/drawing/2014/main" id="{8CC9DE55-0C46-D7CC-0496-F293FAEC0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482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עולם, מפה, אטלס&#10;&#10;התיאור נוצר באופן אוטומטי">
            <a:extLst>
              <a:ext uri="{FF2B5EF4-FFF2-40B4-BE49-F238E27FC236}">
                <a16:creationId xmlns:a16="http://schemas.microsoft.com/office/drawing/2014/main" id="{4154F469-CA3C-0CC8-F7D1-7F402EC11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187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, עיצוב גרפי, גרפיקה&#10;&#10;התיאור נוצר באופן אוטומטי">
            <a:extLst>
              <a:ext uri="{FF2B5EF4-FFF2-40B4-BE49-F238E27FC236}">
                <a16:creationId xmlns:a16="http://schemas.microsoft.com/office/drawing/2014/main" id="{72609415-819E-9D7F-527D-C0030BDCFC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17290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0</Words>
  <Application>Microsoft Office PowerPoint</Application>
  <PresentationFormat>מסך רחב</PresentationFormat>
  <Paragraphs>0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Natali graphics Meditex</dc:creator>
  <cp:lastModifiedBy>Eyal Sadot</cp:lastModifiedBy>
  <cp:revision>36</cp:revision>
  <dcterms:created xsi:type="dcterms:W3CDTF">2024-03-05T12:29:32Z</dcterms:created>
  <dcterms:modified xsi:type="dcterms:W3CDTF">2026-08-02T15:23:23Z</dcterms:modified>
</cp:coreProperties>
</file>