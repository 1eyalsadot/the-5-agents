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7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718D184-D29C-ECBB-4682-615112047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F4136E53-C7A4-E188-1841-514031A0F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5013A48-F57E-6A95-0A16-1CC3A847C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B465-5E5F-42F0-A861-B0B09A1A7716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4C7C8CB-0C71-5B97-F4D7-685E6D6B3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4B73AA3-0142-7F29-BB72-173BB79F3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1C123-E504-4EE2-9B97-E1AEF60A5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40404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F533087-E24B-B1C4-675A-0017E1138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0843893-AC71-D529-F8E5-ABF794EC1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B2E06F7-B966-21AA-B426-55017B25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B465-5E5F-42F0-A861-B0B09A1A7716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B59267E-B963-D607-F8CC-1AF1800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AEC803C-44D7-0358-6881-79BA86AF7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1C123-E504-4EE2-9B97-E1AEF60A5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0396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32C8AF-E0FE-D8A6-1CFC-354A3FC30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89505C3-1CA8-D4DB-E202-F2F422090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E1B6670-8CCB-871E-2A16-E68CC89A8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B465-5E5F-42F0-A861-B0B09A1A7716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7717D20-CCC4-F35B-1877-60AB3B229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5371940-E3B7-DA57-0973-DD54E78DF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1C123-E504-4EE2-9B97-E1AEF60A5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55533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2C8702B-EF1B-92FA-2FDC-971C012C9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5328663-2EC1-32DC-59C9-4F3D9B221E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CE6750D-2D90-902D-E00C-9DA5704AD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0236937-6937-7556-8C0F-3FF579693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B465-5E5F-42F0-A861-B0B09A1A7716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7C2B330-C11E-BF59-6883-820FE4DB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A0C0709-E9E7-E235-1D8C-96AFD8CB4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1C123-E504-4EE2-9B97-E1AEF60A5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52713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2218811-21EE-AB6B-930A-C36A1741F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6432F25-9246-D2F9-7139-5F2FA58CB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92B87C86-8912-4A5F-74F8-23622DAB4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20164F37-38B9-6503-DA98-9E11768F82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4E0ECD1C-652E-0278-E3DC-1D335FD0D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628E9BCB-8942-AC1C-FC7F-8DCFCDECD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B465-5E5F-42F0-A861-B0B09A1A7716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C8313EAA-3328-2B45-F022-AA8A1CD52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19079FDE-6DEE-DD67-A1F3-641B64747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1C123-E504-4EE2-9B97-E1AEF60A5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5022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62DB94D-939B-33F0-4E47-B35F80404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21A8FC12-6F9D-BE96-D7F1-906EDACA9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B465-5E5F-42F0-A861-B0B09A1A7716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B144D032-DB6A-0EC1-2289-0647D57C3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08EE5332-2871-A486-60D4-F6EB27234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1C123-E504-4EE2-9B97-E1AEF60A5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27267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E0A1BAC6-8944-B1A1-8D0C-5DF2A37EC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B465-5E5F-42F0-A861-B0B09A1A7716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9DF92717-6A28-93E0-4DEA-8E7364934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D970F4E-CED7-C4D8-A5C1-2F12113F0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1C123-E504-4EE2-9B97-E1AEF60A5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02352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A85B31C-95F6-576F-71BB-16349A3A6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D3736D5-58CD-BEBC-5BE5-2DD5C0D11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D8B1A24D-FF88-451D-951E-328C6CC40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B32C005-B977-4BCC-60CA-1661A50C4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B465-5E5F-42F0-A861-B0B09A1A7716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1D5A876-DA08-83FB-2CEB-4C885FC9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3B1E23F-6975-5205-A95E-F0AECDEAC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1C123-E504-4EE2-9B97-E1AEF60A5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14860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3E8CD60-F4B1-EDA1-2F09-FA6ACAA3B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5F7603E0-099E-ED85-3807-B6A561D094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D0C1AD7-298F-831D-E019-8E95461A0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CBB5C12-E308-DD94-3516-1E1615FD3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B465-5E5F-42F0-A861-B0B09A1A7716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5DC9334-ACD1-3616-7D8F-FEE75FC2F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1CEF33B-380D-2D28-1268-61F13654A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1C123-E504-4EE2-9B97-E1AEF60A5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9365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7EBAC59-4A2E-1159-031F-FC038E682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7E729D4-4D24-2DC0-8385-1638E87B7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E105858-2C35-EE4C-4866-72D0AC9BC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B465-5E5F-42F0-A861-B0B09A1A7716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59FA587-1DFA-89C0-CDFF-6FD3D1FD8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F93FABD-6EF3-7660-9540-F29CB7840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1C123-E504-4EE2-9B97-E1AEF60A5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9084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6638D695-AAAC-7FF9-D9DD-BD70328CCC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01B92092-B30E-C4F5-F837-735074D89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B9FBBA6-C0C8-C8B2-EC63-DC9880A58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B465-5E5F-42F0-A861-B0B09A1A7716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491EA2A-0D57-3562-3D7C-8945068B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BD9892D-E713-37E4-F610-E69E60028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1C123-E504-4EE2-9B97-E1AEF60A5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62614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CC0BE1FA-E094-C87F-5983-D033412AF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E0FD9CA-B687-2EA7-870C-9DFE2F300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C21618E-6974-8B15-2375-5A36105E6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C7B465-5E5F-42F0-A861-B0B09A1A7716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631D733-9D09-C759-CEC0-272382EBE0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C1ACF1A-0CF1-355D-8D9E-16A4ED703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41C123-E504-4EE2-9B97-E1AEF60A5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31056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61F9965-728E-4EB1-B9FF-01B3D663C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0789DD-53F5-40C9-8DAC-D7DA4F1C7A64}"/>
              </a:ext>
            </a:extLst>
          </p:cNvPr>
          <p:cNvSpPr txBox="1"/>
          <p:nvPr/>
        </p:nvSpPr>
        <p:spPr>
          <a:xfrm>
            <a:off x="500139" y="806899"/>
            <a:ext cx="26613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92E67"/>
                </a:solidFill>
                <a:latin typeface="Cerebri Sans" panose="00000500000000000000" pitchFamily="2" charset="0"/>
              </a:rPr>
              <a:t>Competition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A015A-DFF9-41AB-A463-20689FC3893F}"/>
              </a:ext>
            </a:extLst>
          </p:cNvPr>
          <p:cNvSpPr/>
          <p:nvPr/>
        </p:nvSpPr>
        <p:spPr>
          <a:xfrm>
            <a:off x="624271" y="690411"/>
            <a:ext cx="457042" cy="581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629A5F5-768E-4ECF-9442-5DF765CA76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66436" y="6238423"/>
            <a:ext cx="695905" cy="34616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9719C00-E686-478D-AC23-FAB9F0B6D51B}"/>
              </a:ext>
            </a:extLst>
          </p:cNvPr>
          <p:cNvSpPr txBox="1"/>
          <p:nvPr/>
        </p:nvSpPr>
        <p:spPr>
          <a:xfrm>
            <a:off x="500139" y="6268374"/>
            <a:ext cx="4105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92E67"/>
                </a:solidFill>
                <a:latin typeface="Cerebri Sans" panose="00000500000000000000" pitchFamily="2" charset="0"/>
              </a:rPr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3CB8DB-7BB4-471E-A8AC-B0534EE9D2EE}"/>
              </a:ext>
            </a:extLst>
          </p:cNvPr>
          <p:cNvSpPr txBox="1"/>
          <p:nvPr/>
        </p:nvSpPr>
        <p:spPr>
          <a:xfrm>
            <a:off x="1192029" y="1706131"/>
            <a:ext cx="2457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FFD800"/>
              </a:buClr>
              <a:buSzPct val="121000"/>
            </a:pPr>
            <a:r>
              <a:rPr lang="en-US" b="1" dirty="0">
                <a:solidFill>
                  <a:srgbClr val="092E67"/>
                </a:solidFill>
                <a:latin typeface="Cerebri Sans" panose="00000500000000000000" pitchFamily="2" charset="0"/>
              </a:rPr>
              <a:t>Orthopedic Braces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0E650D-CB67-42F4-ABB1-56F968A35EA4}"/>
              </a:ext>
            </a:extLst>
          </p:cNvPr>
          <p:cNvSpPr/>
          <p:nvPr/>
        </p:nvSpPr>
        <p:spPr>
          <a:xfrm>
            <a:off x="2192179" y="1567625"/>
            <a:ext cx="457042" cy="58121"/>
          </a:xfrm>
          <a:prstGeom prst="rect">
            <a:avLst/>
          </a:prstGeom>
          <a:solidFill>
            <a:srgbClr val="FFD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DC6106-D045-47CA-9489-F5FB4FBD761A}"/>
              </a:ext>
            </a:extLst>
          </p:cNvPr>
          <p:cNvSpPr txBox="1"/>
          <p:nvPr/>
        </p:nvSpPr>
        <p:spPr>
          <a:xfrm>
            <a:off x="4813362" y="1706131"/>
            <a:ext cx="2457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FFD800"/>
              </a:buClr>
              <a:buSzPct val="121000"/>
            </a:pPr>
            <a:r>
              <a:rPr lang="en-US" b="1" dirty="0">
                <a:solidFill>
                  <a:srgbClr val="092E67"/>
                </a:solidFill>
                <a:latin typeface="Cerebri Sans" panose="00000500000000000000" pitchFamily="2" charset="0"/>
              </a:rPr>
              <a:t>Footcare Support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1B79701-2856-4124-9C9F-808267C0FC19}"/>
              </a:ext>
            </a:extLst>
          </p:cNvPr>
          <p:cNvSpPr/>
          <p:nvPr/>
        </p:nvSpPr>
        <p:spPr>
          <a:xfrm>
            <a:off x="5813512" y="1567625"/>
            <a:ext cx="457042" cy="58121"/>
          </a:xfrm>
          <a:prstGeom prst="rect">
            <a:avLst/>
          </a:prstGeom>
          <a:solidFill>
            <a:srgbClr val="FFD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6F86EC-9972-4A2E-B627-9EE77E5C2E61}"/>
              </a:ext>
            </a:extLst>
          </p:cNvPr>
          <p:cNvSpPr txBox="1"/>
          <p:nvPr/>
        </p:nvSpPr>
        <p:spPr>
          <a:xfrm>
            <a:off x="8434695" y="1706131"/>
            <a:ext cx="2457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FFD800"/>
              </a:buClr>
              <a:buSzPct val="121000"/>
            </a:pPr>
            <a:r>
              <a:rPr lang="en-US" b="1" dirty="0">
                <a:solidFill>
                  <a:srgbClr val="092E67"/>
                </a:solidFill>
                <a:latin typeface="Cerebri Sans" panose="00000500000000000000" pitchFamily="2" charset="0"/>
              </a:rPr>
              <a:t>Kinesio Tapes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ACB3023-8236-4B00-8FA9-9D11A743B6EC}"/>
              </a:ext>
            </a:extLst>
          </p:cNvPr>
          <p:cNvSpPr/>
          <p:nvPr/>
        </p:nvSpPr>
        <p:spPr>
          <a:xfrm>
            <a:off x="9434845" y="1567625"/>
            <a:ext cx="457042" cy="58121"/>
          </a:xfrm>
          <a:prstGeom prst="rect">
            <a:avLst/>
          </a:prstGeom>
          <a:solidFill>
            <a:srgbClr val="FFD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998B25-84FD-49E2-8308-5ADA6E290660}"/>
              </a:ext>
            </a:extLst>
          </p:cNvPr>
          <p:cNvSpPr/>
          <p:nvPr/>
        </p:nvSpPr>
        <p:spPr>
          <a:xfrm>
            <a:off x="1192029" y="2240782"/>
            <a:ext cx="2457343" cy="55266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2284ACF-4D76-4EDF-81AD-65873242424D}"/>
              </a:ext>
            </a:extLst>
          </p:cNvPr>
          <p:cNvSpPr/>
          <p:nvPr/>
        </p:nvSpPr>
        <p:spPr>
          <a:xfrm>
            <a:off x="1192029" y="2966321"/>
            <a:ext cx="2457343" cy="55266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A4B0D3-79DB-4ECB-9865-8C618C81FDD5}"/>
              </a:ext>
            </a:extLst>
          </p:cNvPr>
          <p:cNvSpPr/>
          <p:nvPr/>
        </p:nvSpPr>
        <p:spPr>
          <a:xfrm>
            <a:off x="1192029" y="3691860"/>
            <a:ext cx="2457343" cy="55266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BAB635A-8108-444F-BAA9-D5D3C7024816}"/>
              </a:ext>
            </a:extLst>
          </p:cNvPr>
          <p:cNvSpPr/>
          <p:nvPr/>
        </p:nvSpPr>
        <p:spPr>
          <a:xfrm>
            <a:off x="1192029" y="5142938"/>
            <a:ext cx="2457343" cy="55266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6D6BFA8-6DD8-46FC-A7BF-A412D83ED2F5}"/>
              </a:ext>
            </a:extLst>
          </p:cNvPr>
          <p:cNvSpPr/>
          <p:nvPr/>
        </p:nvSpPr>
        <p:spPr>
          <a:xfrm>
            <a:off x="1192029" y="5868477"/>
            <a:ext cx="2457343" cy="55266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5ABE4FB-C8B6-4D07-AB63-22B50FB380AB}"/>
              </a:ext>
            </a:extLst>
          </p:cNvPr>
          <p:cNvSpPr/>
          <p:nvPr/>
        </p:nvSpPr>
        <p:spPr>
          <a:xfrm>
            <a:off x="4809884" y="2240782"/>
            <a:ext cx="2457343" cy="55266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ACA8FFE-1F7C-429E-9CE5-9FBC68F53A62}"/>
              </a:ext>
            </a:extLst>
          </p:cNvPr>
          <p:cNvSpPr/>
          <p:nvPr/>
        </p:nvSpPr>
        <p:spPr>
          <a:xfrm>
            <a:off x="4809884" y="2966321"/>
            <a:ext cx="2457343" cy="55266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0228F2D-9A40-447E-807E-BDD2113D3BC1}"/>
              </a:ext>
            </a:extLst>
          </p:cNvPr>
          <p:cNvSpPr/>
          <p:nvPr/>
        </p:nvSpPr>
        <p:spPr>
          <a:xfrm>
            <a:off x="4809884" y="3691860"/>
            <a:ext cx="2457343" cy="55266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3884AF0-1AFE-46BF-83FF-661FE881372D}"/>
              </a:ext>
            </a:extLst>
          </p:cNvPr>
          <p:cNvSpPr/>
          <p:nvPr/>
        </p:nvSpPr>
        <p:spPr>
          <a:xfrm>
            <a:off x="4809884" y="4417399"/>
            <a:ext cx="2457343" cy="55266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8727CC4-4D95-4838-A008-92AFACA9839B}"/>
              </a:ext>
            </a:extLst>
          </p:cNvPr>
          <p:cNvSpPr/>
          <p:nvPr/>
        </p:nvSpPr>
        <p:spPr>
          <a:xfrm>
            <a:off x="8434695" y="2240782"/>
            <a:ext cx="2457343" cy="55266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7FDA702-7AAD-4641-BD72-9095E2C5489F}"/>
              </a:ext>
            </a:extLst>
          </p:cNvPr>
          <p:cNvSpPr/>
          <p:nvPr/>
        </p:nvSpPr>
        <p:spPr>
          <a:xfrm>
            <a:off x="8434695" y="2966321"/>
            <a:ext cx="2457343" cy="55266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5A2DF7B-9832-493B-BF8A-7814C8B0438F}"/>
              </a:ext>
            </a:extLst>
          </p:cNvPr>
          <p:cNvSpPr/>
          <p:nvPr/>
        </p:nvSpPr>
        <p:spPr>
          <a:xfrm>
            <a:off x="8434695" y="3691860"/>
            <a:ext cx="2457343" cy="55266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06430B28-F6DA-47DC-8F89-E30F41A33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499" y="3031746"/>
            <a:ext cx="1736996" cy="430041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B81E323-D972-4215-B99B-6C41E6ED60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411" y="3738737"/>
            <a:ext cx="1372458" cy="466192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F220A7B-0543-49F1-8926-3B40BDC682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6441" y="4451020"/>
            <a:ext cx="1410714" cy="553825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F3BBEE8D-2591-4BE8-9C19-3AAC514502B4}"/>
              </a:ext>
            </a:extLst>
          </p:cNvPr>
          <p:cNvSpPr/>
          <p:nvPr/>
        </p:nvSpPr>
        <p:spPr>
          <a:xfrm>
            <a:off x="1192029" y="4417399"/>
            <a:ext cx="2457343" cy="55266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250DED4D-2044-420D-95C7-C662BE46CA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1234" y="5213544"/>
            <a:ext cx="1463899" cy="436139"/>
          </a:xfrm>
          <a:prstGeom prst="rect">
            <a:avLst/>
          </a:prstGeom>
        </p:spPr>
      </p:pic>
      <p:pic>
        <p:nvPicPr>
          <p:cNvPr id="59" name="Picture 2" descr="Amazon.com: Copper Compression: Clothing">
            <a:extLst>
              <a:ext uri="{FF2B5EF4-FFF2-40B4-BE49-F238E27FC236}">
                <a16:creationId xmlns:a16="http://schemas.microsoft.com/office/drawing/2014/main" id="{EBD0F8FA-C240-48C5-8D6C-FA03BABE35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/>
          <a:stretch/>
        </p:blipFill>
        <p:spPr bwMode="auto">
          <a:xfrm>
            <a:off x="1637775" y="5916165"/>
            <a:ext cx="1502010" cy="488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18C263F5-6394-4B20-AF6E-A322936549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2598" y="2254238"/>
            <a:ext cx="1051914" cy="508256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B89CE3C3-8935-425B-B46D-57C1E7330F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63410" y="3041270"/>
            <a:ext cx="1902532" cy="42051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15521FE-B1CD-491E-B1D5-9050AE32A27F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b="39812"/>
          <a:stretch/>
        </p:blipFill>
        <p:spPr>
          <a:xfrm>
            <a:off x="5178878" y="3776962"/>
            <a:ext cx="1719353" cy="369332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95189A3D-5C5B-4331-9286-90288FB5DCA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97753" y="2304679"/>
            <a:ext cx="1531225" cy="451090"/>
          </a:xfrm>
          <a:prstGeom prst="rect">
            <a:avLst/>
          </a:prstGeom>
        </p:spPr>
      </p:pic>
      <p:pic>
        <p:nvPicPr>
          <p:cNvPr id="64" name="Picture 4" descr="Brand Guide - RockTape">
            <a:extLst>
              <a:ext uri="{FF2B5EF4-FFF2-40B4-BE49-F238E27FC236}">
                <a16:creationId xmlns:a16="http://schemas.microsoft.com/office/drawing/2014/main" id="{B46904B6-64E5-4BF4-A6AC-FAB089914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6971" y="3031746"/>
            <a:ext cx="1232787" cy="420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6" descr="THYSOL Group BV | Kinesiology tape supplier | Fascia equipment supplier">
            <a:extLst>
              <a:ext uri="{FF2B5EF4-FFF2-40B4-BE49-F238E27FC236}">
                <a16:creationId xmlns:a16="http://schemas.microsoft.com/office/drawing/2014/main" id="{A9C3916C-89E3-47D9-AAD0-87CCFD465E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951"/>
          <a:stretch/>
        </p:blipFill>
        <p:spPr bwMode="auto">
          <a:xfrm>
            <a:off x="9075190" y="3776962"/>
            <a:ext cx="1176347" cy="334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7D6CF14-B6F2-4313-AEFC-6836ACC10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154484" y="4553297"/>
            <a:ext cx="1768140" cy="300960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57BE014C-A544-40A2-8707-D389FC8B99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35927" y="2395570"/>
            <a:ext cx="1768140" cy="30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783977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מסך רחב</PresentationFormat>
  <Paragraphs>5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Cerebri Sans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2026-08-08T11:51:06Z</dcterms:created>
  <dcterms:modified xsi:type="dcterms:W3CDTF">2026-08-08T11:51:27Z</dcterms:modified>
</cp:coreProperties>
</file>