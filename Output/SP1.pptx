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24612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ישיבת מכירות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41605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אוגוסט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מכירות מול יעד – יולי 26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508760"/>
          <a:ext cx="7772400" cy="9144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אחוז ביצוע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ביצוע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יעד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סוכן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361,175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צפון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340,114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268,278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281,275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1,250,884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194560" y="5394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הערה: נתוני "ביצוע" ו"אחוז ביצוע" יעודכנו בסיום החודש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אוגוסט - 26 לפי סוכן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508760"/>
          <a:ext cx="630936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154680"/>
              </a:tblGrid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יעד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סוכן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346,211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צפון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317,552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264,662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257,074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1,185,500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926080" y="4892040"/>
            <a:ext cx="6309360" cy="256032"/>
          </a:xfrm>
          <a:prstGeom prst="roundRect">
            <a:avLst>
              <a:gd name="adj" fmla="val 17857"/>
            </a:avLst>
          </a:prstGeom>
          <a:solidFill>
            <a:srgbClr val="002F6C"/>
          </a:solidFill>
          <a:ln/>
        </p:spPr>
      </p:sp>
      <p:sp>
        <p:nvSpPr>
          <p:cNvPr id="8" name="Shape 4"/>
          <p:cNvSpPr/>
          <p:nvPr/>
        </p:nvSpPr>
        <p:spPr>
          <a:xfrm>
            <a:off x="3448363" y="5257800"/>
            <a:ext cx="5787077" cy="256032"/>
          </a:xfrm>
          <a:prstGeom prst="roundRect">
            <a:avLst>
              <a:gd name="adj" fmla="val 17857"/>
            </a:avLst>
          </a:prstGeom>
          <a:solidFill>
            <a:srgbClr val="002F6C"/>
          </a:solidFill>
          <a:ln/>
        </p:spPr>
      </p:sp>
      <p:sp>
        <p:nvSpPr>
          <p:cNvPr id="9" name="Shape 5"/>
          <p:cNvSpPr/>
          <p:nvPr/>
        </p:nvSpPr>
        <p:spPr>
          <a:xfrm>
            <a:off x="4412232" y="5623560"/>
            <a:ext cx="4823208" cy="256032"/>
          </a:xfrm>
          <a:prstGeom prst="roundRect">
            <a:avLst>
              <a:gd name="adj" fmla="val 17857"/>
            </a:avLst>
          </a:prstGeom>
          <a:solidFill>
            <a:srgbClr val="002F6C"/>
          </a:solidFill>
          <a:ln/>
        </p:spPr>
      </p:sp>
      <p:sp>
        <p:nvSpPr>
          <p:cNvPr id="10" name="Shape 6"/>
          <p:cNvSpPr/>
          <p:nvPr/>
        </p:nvSpPr>
        <p:spPr>
          <a:xfrm>
            <a:off x="4550515" y="5989320"/>
            <a:ext cx="4684925" cy="256032"/>
          </a:xfrm>
          <a:prstGeom prst="roundRect">
            <a:avLst>
              <a:gd name="adj" fmla="val 17857"/>
            </a:avLst>
          </a:prstGeom>
          <a:solidFill>
            <a:srgbClr val="002F6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אוגוסט 26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234440"/>
          <a:ext cx="10149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651760"/>
                <a:gridCol w="2651760"/>
              </a:tblGrid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הפרש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מטרה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תקציב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סקטור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60,711-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660,211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סופרפארם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31,748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186,252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בתי מרקחת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7,959-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116,959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מאוחדת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77,087-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177,087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מכוני אורטופדיה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חנויות פרטיות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בתי חולים ושרות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מכוני פיזיותרפיה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116,842-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1,185,500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1,302,342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 ישראל ללא אונליין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ביתא רוקחים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508760"/>
          <a:ext cx="7772400" cy="9144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אחוז ביצוע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יעד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151,717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צפון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95,182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131,752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172,170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550,821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ביתא רוקחים – מבצע יולי אוגוסט 26</a:t>
            </a:r>
            <a:endParaRPr lang="en-US" sz="2500" dirty="0"/>
          </a:p>
        </p:txBody>
      </p:sp>
      <p:pic>
        <p:nvPicPr>
          <p:cNvPr id="6" name="Image 1" descr="/tmp/claude-0/-home-user-the-5-agents/104e019b-481e-5835-b5aa-7854a99e3b07/scratchpad/work/assets/product_prom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383280" cy="326909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0" y="1463040"/>
            <a:ext cx="1554480" cy="1554480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0" y="1463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הנחה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43484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לרוקח 35% הנחה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074920" cy="914400"/>
        </p:xfrm>
        <a:graphic>
          <a:graphicData uri="http://schemas.openxmlformats.org/drawingml/2006/table">
            <a:tbl>
              <a:tblPr/>
              <a:tblGrid>
                <a:gridCol w="1268730"/>
                <a:gridCol w="1268730"/>
                <a:gridCol w="1268730"/>
                <a:gridCol w="1268730"/>
              </a:tblGrid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כמות חגורות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לקוחות שקנו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כמות לקוחות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סוכן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סופרפארם – אוגוסט 26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13816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רשתי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הזדכות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פריט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רשתי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 ₪ ליחידה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אפיק ג'ל ב-40% הנחה לצרכן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אוגוסט ב'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138160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מקומי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54680"/>
          <a:ext cx="10972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737360"/>
                <a:gridCol w="2834640"/>
                <a:gridCol w="182880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לצרכן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כמות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לרשת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פריט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ברקוד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 פריט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1+1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יחידות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הנחה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תרסיס דיאודורנט לנעל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7297046710526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FC333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1+1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הנחה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תרסיס דיאודורנט לכף רגל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7297046790115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FC334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פרטיים – אוגוסט 26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600200"/>
          <a:ext cx="7772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התניות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פריט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בקניית 40 יחידות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 הנחה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סיליקונים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5+1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תרסיס לנעל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5+1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תרסיס לרגל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בקניית 6 יחידות מסוג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 הנחה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רפידות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מכונים – אוגוסט 26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691640"/>
          <a:ext cx="7772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פריט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 מיוחד 90 ₪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CTS 213 ימין ושמאל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 מיוחד 120 ₪ ובנוסף 10+2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SH422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 מיוחד 60 ₪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SH333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 מיוחד 350 ₪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SH776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תגמול רבעוני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248095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13855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תגמול לייף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13855" y="26060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ינתן יעד למוצרי לייף עם תגמול מסופרפארם</a:t>
            </a:r>
            <a:endParaRPr lang="en-US" sz="1500" dirty="0"/>
          </a:p>
          <a:p>
            <a:pPr algn="r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אנו עובדים על תכנית יעדים ומחכים לאישור סופרפארם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8815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44575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חדשים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4575" y="26060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חודשי לכל סוכן – 3 לקוחות</a:t>
            </a:r>
            <a:endParaRPr lang="en-US" sz="1500" dirty="0"/>
          </a:p>
          <a:p>
            <a:pPr algn="r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המדידה תיעשה בנוסף לכל חודש גם ברמה רבעונית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list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085936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50528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סופרפארם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250528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50528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תפעול מלא של הסניפים וקידום תצוגות אקסטרה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וידוא הקלדת המלצות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8456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לייף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88456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394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88456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המשך תפעול הסניפים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61792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26384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כללית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26384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26384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סידור התצוגה עפ"י הפלנוגרמה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השארת המלצה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החלפת סטנדים ישנים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9720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4312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 מרקחת פרטיים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4312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4312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תפעול הנקודות הפעילות תוך התמקדות בבתי המרקחת החזקים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נקודות חדשות (3 לקוחות לכל סוכן)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list — המשך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085936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50528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250528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50528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תפעול מלא של הסניפים וקידום תצוגות אקסטרה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וידוא הקלדת המלצות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8456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מאוחדת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88456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88456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מלאה ודיוק התצוגות בבתי המרקחת של הקופה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61792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26384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מכונים אורטופדיים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26384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26384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מוצרים חדשים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לקוחות חדשים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9720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C72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4312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סה"כ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4312" y="256032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1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מול תקציב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4312" y="342900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001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2,523</a:t>
            </a:r>
            <a:endParaRPr lang="en-US" sz="3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001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אש"ח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2026-08-01T11:11:51Z</dcterms:created>
  <dcterms:modified xsi:type="dcterms:W3CDTF">2026-08-01T11:11:51Z</dcterms:modified>
</cp:coreProperties>
</file>