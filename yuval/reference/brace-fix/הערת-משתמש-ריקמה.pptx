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yal Sadot" userId="9c57a40b-08c8-435b-851c-1854c25cf41d" providerId="ADAL" clId="{02003448-2CBC-42C7-80BD-DC4C07BEB2CD}"/>
    <pc:docChg chg="custSel modSld">
      <pc:chgData name="Eyal Sadot" userId="9c57a40b-08c8-435b-851c-1854c25cf41d" providerId="ADAL" clId="{02003448-2CBC-42C7-80BD-DC4C07BEB2CD}" dt="2026-08-03T12:06:32.977" v="25" actId="14100"/>
      <pc:docMkLst>
        <pc:docMk/>
      </pc:docMkLst>
      <pc:sldChg chg="addSp delSp modSp mod">
        <pc:chgData name="Eyal Sadot" userId="9c57a40b-08c8-435b-851c-1854c25cf41d" providerId="ADAL" clId="{02003448-2CBC-42C7-80BD-DC4C07BEB2CD}" dt="2026-08-03T12:06:32.977" v="25" actId="14100"/>
        <pc:sldMkLst>
          <pc:docMk/>
          <pc:sldMk cId="2673137241" sldId="256"/>
        </pc:sldMkLst>
        <pc:spChg chg="add mod">
          <ac:chgData name="Eyal Sadot" userId="9c57a40b-08c8-435b-851c-1854c25cf41d" providerId="ADAL" clId="{02003448-2CBC-42C7-80BD-DC4C07BEB2CD}" dt="2026-08-03T12:06:32.977" v="25" actId="14100"/>
          <ac:spMkLst>
            <pc:docMk/>
            <pc:sldMk cId="2673137241" sldId="256"/>
            <ac:spMk id="2" creationId="{9119C211-56BC-2BCE-138B-77E840B4A6E7}"/>
          </ac:spMkLst>
        </pc:spChg>
        <pc:picChg chg="add del mod">
          <ac:chgData name="Eyal Sadot" userId="9c57a40b-08c8-435b-851c-1854c25cf41d" providerId="ADAL" clId="{02003448-2CBC-42C7-80BD-DC4C07BEB2CD}" dt="2026-08-03T12:05:52.124" v="12" actId="478"/>
          <ac:picMkLst>
            <pc:docMk/>
            <pc:sldMk cId="2673137241" sldId="256"/>
            <ac:picMk id="3" creationId="{96ECDC11-CB9C-E018-5B6C-553D2A753B04}"/>
          </ac:picMkLst>
        </pc:picChg>
        <pc:picChg chg="mod modCrop">
          <ac:chgData name="Eyal Sadot" userId="9c57a40b-08c8-435b-851c-1854c25cf41d" providerId="ADAL" clId="{02003448-2CBC-42C7-80BD-DC4C07BEB2CD}" dt="2026-08-03T12:06:25.507" v="21" actId="1076"/>
          <ac:picMkLst>
            <pc:docMk/>
            <pc:sldMk cId="2673137241" sldId="256"/>
            <ac:picMk id="5" creationId="{1D47E2E3-7A00-16C7-0A91-B88A1F831271}"/>
          </ac:picMkLst>
        </pc:picChg>
        <pc:picChg chg="del">
          <ac:chgData name="Eyal Sadot" userId="9c57a40b-08c8-435b-851c-1854c25cf41d" providerId="ADAL" clId="{02003448-2CBC-42C7-80BD-DC4C07BEB2CD}" dt="2026-08-03T11:21:22.334" v="0" actId="478"/>
          <ac:picMkLst>
            <pc:docMk/>
            <pc:sldMk cId="2673137241" sldId="256"/>
            <ac:picMk id="7" creationId="{F077C020-1478-FD0A-403A-736D182412B7}"/>
          </ac:picMkLst>
        </pc:picChg>
        <pc:cxnChg chg="add del">
          <ac:chgData name="Eyal Sadot" userId="9c57a40b-08c8-435b-851c-1854c25cf41d" providerId="ADAL" clId="{02003448-2CBC-42C7-80BD-DC4C07BEB2CD}" dt="2026-08-03T12:05:53.401" v="13" actId="478"/>
          <ac:cxnSpMkLst>
            <pc:docMk/>
            <pc:sldMk cId="2673137241" sldId="256"/>
            <ac:cxnSpMk id="6" creationId="{C888AC9A-6FDB-20C1-EDC2-42CFCB2636E1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1045304-DB8C-D4AF-DD3D-4DF8CB94A0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5393CE60-A24A-36E6-C472-6942DC2C17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43CFB21-1080-5191-85E1-CBDFAABC7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B7FEE-87DA-45D6-B313-35C6D0B84E94}" type="datetimeFigureOut">
              <a:rPr lang="he-IL" smtClean="0"/>
              <a:t>כ'/אב/תשפ"ו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AC0D54D-35E9-ABEE-F1DA-5F7FDF3ED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970E96A-3C27-149E-D02C-12321BA5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E08F5-61C8-4446-91B8-51DB7C867F3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82347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E18016F-6E98-F2F0-DCD9-E014F6B69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14EED50-B1EE-F93C-18F3-9037A5506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4B19450-4721-B2C5-4B8A-4C0C19B21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B7FEE-87DA-45D6-B313-35C6D0B84E94}" type="datetimeFigureOut">
              <a:rPr lang="he-IL" smtClean="0"/>
              <a:t>כ'/אב/תשפ"ו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3B45872-E386-1C78-D2DB-76B841286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7A05F863-0D13-B77F-2713-F8112424B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E08F5-61C8-4446-91B8-51DB7C867F3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46817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E90778E-6C9C-8C2E-6136-ED304AF83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C2B0F286-2F69-C674-D026-B08E43E824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8A4AF16-6E79-BFB3-C85F-59024F2B9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B7FEE-87DA-45D6-B313-35C6D0B84E94}" type="datetimeFigureOut">
              <a:rPr lang="he-IL" smtClean="0"/>
              <a:t>כ'/אב/תשפ"ו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CC7AEFD3-50E1-3FD9-507B-79DD3D3A5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C47A588-998A-C830-DBEC-AADCFBA17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E08F5-61C8-4446-91B8-51DB7C867F3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87019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955C07A-7D0F-4D92-3069-6615BF3E4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98377E1-D656-9E84-6251-9D5FAFD5F0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B04EA0C4-423B-A0CA-967A-CC9E101A3F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6F16248B-4D86-D9B1-6E4A-CED514D61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B7FEE-87DA-45D6-B313-35C6D0B84E94}" type="datetimeFigureOut">
              <a:rPr lang="he-IL" smtClean="0"/>
              <a:t>כ'/אב/תשפ"ו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A854D819-1CDD-5AD1-AD56-5CA7A3577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9BF92B96-D59C-3667-4C0B-078D3F85F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E08F5-61C8-4446-91B8-51DB7C867F3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54062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3B32E79-0B2A-19DD-1303-1B24219D0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E1531CCE-254C-05BA-B2E8-B43BCD540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F6A97FD2-E3D9-981D-8F97-EAE447E470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DE4F694A-DE88-0B13-49BE-508FA227F8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9F331B7B-4DEB-66E9-F729-1D0AFC0972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C0CC463D-50F2-769D-240C-00C4E4249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B7FEE-87DA-45D6-B313-35C6D0B84E94}" type="datetimeFigureOut">
              <a:rPr lang="he-IL" smtClean="0"/>
              <a:t>כ'/אב/תשפ"ו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2B46C0FD-E0FA-F8FD-7C16-EC1B70FD7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17C85FBF-8747-4EFD-6839-8C7A6826F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E08F5-61C8-4446-91B8-51DB7C867F3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17401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0B3A6E8-D54C-D972-786E-98697C5FB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24BECD6C-4598-7467-2F51-633A5F49E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B7FEE-87DA-45D6-B313-35C6D0B84E94}" type="datetimeFigureOut">
              <a:rPr lang="he-IL" smtClean="0"/>
              <a:t>כ'/אב/תשפ"ו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CD218BBF-335B-4044-8015-7D1C74531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51D5F908-E745-5478-1E61-1D6E25062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E08F5-61C8-4446-91B8-51DB7C867F3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83768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297A38B1-5AC4-FED3-32B1-79D05F0B9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B7FEE-87DA-45D6-B313-35C6D0B84E94}" type="datetimeFigureOut">
              <a:rPr lang="he-IL" smtClean="0"/>
              <a:t>כ'/אב/תשפ"ו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684BA09A-2AFE-FFBC-3D5D-6E867BBB7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742C8E53-45B2-7A41-0225-F5E9D9DAD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E08F5-61C8-4446-91B8-51DB7C867F3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33707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019B228-7F91-A30B-0FA5-363EF7B0E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62656E51-3191-940B-4812-18793A77C5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B672B64B-F497-7A5A-936F-0197FC1878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91941E29-934B-8E8A-9A06-B9D24AE18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B7FEE-87DA-45D6-B313-35C6D0B84E94}" type="datetimeFigureOut">
              <a:rPr lang="he-IL" smtClean="0"/>
              <a:t>כ'/אב/תשפ"ו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43A07A7F-008D-879C-7E86-337E759FE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14748EFF-EA97-CD47-6370-FE7F1DB7A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E08F5-61C8-4446-91B8-51DB7C867F3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32051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E0C15ED-68F9-B1F0-9D4B-F3E6A0672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21B87E62-E3D6-39E5-5DBD-3DEEF6051A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015B9AED-C35B-DA93-D6B7-8AB508705B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519F2179-28FD-5C6F-CF6C-319B5B1D3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B7FEE-87DA-45D6-B313-35C6D0B84E94}" type="datetimeFigureOut">
              <a:rPr lang="he-IL" smtClean="0"/>
              <a:t>כ'/אב/תשפ"ו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CA995392-EF59-029B-5C15-E81F483A9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177FA11E-94F2-F58C-68F9-7D327D5CE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E08F5-61C8-4446-91B8-51DB7C867F3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4887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919AECB-6B38-788D-094B-1CDF35D26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EC926B2E-814F-197F-7ABD-1A21F80F98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9E0E77D-0502-E265-DAE2-541D38283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B7FEE-87DA-45D6-B313-35C6D0B84E94}" type="datetimeFigureOut">
              <a:rPr lang="he-IL" smtClean="0"/>
              <a:t>כ'/אב/תשפ"ו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CF54E20-34C3-6C44-C594-820C5462C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FA4C55E-BB9E-E2AC-2A20-D6E2386A3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E08F5-61C8-4446-91B8-51DB7C867F3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24378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1D7D8275-FD5E-8365-FE3E-C49EE57C12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8DE2A82A-F13E-06F0-5DCD-A1D0C2FDD5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3B3F4310-B5F6-11A9-5773-22FF21388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B7FEE-87DA-45D6-B313-35C6D0B84E94}" type="datetimeFigureOut">
              <a:rPr lang="he-IL" smtClean="0"/>
              <a:t>כ'/אב/תשפ"ו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465ACE5E-B082-38E8-EC08-5BE7AC734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B64DB7A-77DD-EF17-0D2A-B065453E8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E08F5-61C8-4446-91B8-51DB7C867F3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73937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C7947307-1565-FBDE-0735-D9B677699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06DB0169-D1FA-06D6-41BE-18B0E1F669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0A5ED2C-BBBB-0DA8-9E90-9917637B55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4B7FEE-87DA-45D6-B313-35C6D0B84E94}" type="datetimeFigureOut">
              <a:rPr lang="he-IL" smtClean="0"/>
              <a:t>כ'/אב/תשפ"ו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EA017E2-A327-0129-FF50-941CDBBE0C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CFE9FCB3-3219-8739-715D-45E63035BB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6E08F5-61C8-4446-91B8-51DB7C867F3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45574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>
            <a:extLst>
              <a:ext uri="{FF2B5EF4-FFF2-40B4-BE49-F238E27FC236}">
                <a16:creationId xmlns:a16="http://schemas.microsoft.com/office/drawing/2014/main" id="{1D47E2E3-7A00-16C7-0A91-B88A1F8312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46" b="27487"/>
          <a:stretch>
            <a:fillRect/>
          </a:stretch>
        </p:blipFill>
        <p:spPr>
          <a:xfrm>
            <a:off x="3837431" y="1527048"/>
            <a:ext cx="6612519" cy="4352544"/>
          </a:xfrm>
          <a:prstGeom prst="rect">
            <a:avLst/>
          </a:prstGeom>
        </p:spPr>
      </p:pic>
      <p:sp>
        <p:nvSpPr>
          <p:cNvPr id="2" name="מלבן 1">
            <a:extLst>
              <a:ext uri="{FF2B5EF4-FFF2-40B4-BE49-F238E27FC236}">
                <a16:creationId xmlns:a16="http://schemas.microsoft.com/office/drawing/2014/main" id="{9119C211-56BC-2BCE-138B-77E840B4A6E7}"/>
              </a:ext>
            </a:extLst>
          </p:cNvPr>
          <p:cNvSpPr/>
          <p:nvPr/>
        </p:nvSpPr>
        <p:spPr>
          <a:xfrm>
            <a:off x="7909560" y="3831336"/>
            <a:ext cx="603504" cy="16367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73137241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מסך רחב</PresentationFormat>
  <Paragraphs>0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ערכת נושא Office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Eyal Sadot</dc:creator>
  <cp:lastModifiedBy>Eyal Sadot</cp:lastModifiedBy>
  <cp:revision>1</cp:revision>
  <dcterms:created xsi:type="dcterms:W3CDTF">2026-08-03T11:10:11Z</dcterms:created>
  <dcterms:modified xsi:type="dcterms:W3CDTF">2026-08-03T12:06:37Z</dcterms:modified>
</cp:coreProperties>
</file>